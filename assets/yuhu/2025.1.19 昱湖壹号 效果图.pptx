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5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6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7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8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9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10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11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12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13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14.xml" ContentType="application/vnd.openxmlformats-officedocument.presentationml.notesSlid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937" r:id="rId2"/>
    <p:sldId id="938" r:id="rId3"/>
    <p:sldId id="983" r:id="rId4"/>
    <p:sldId id="985" r:id="rId5"/>
    <p:sldId id="606" r:id="rId6"/>
    <p:sldId id="986" r:id="rId7"/>
    <p:sldId id="989" r:id="rId8"/>
    <p:sldId id="999" r:id="rId9"/>
    <p:sldId id="990" r:id="rId10"/>
    <p:sldId id="991" r:id="rId11"/>
    <p:sldId id="995" r:id="rId12"/>
    <p:sldId id="992" r:id="rId13"/>
    <p:sldId id="996" r:id="rId14"/>
    <p:sldId id="1000" r:id="rId15"/>
    <p:sldId id="993" r:id="rId16"/>
    <p:sldId id="998" r:id="rId17"/>
    <p:sldId id="530" r:id="rId18"/>
  </p:sldIdLst>
  <p:sldSz cx="12192000" cy="6858000"/>
  <p:notesSz cx="6858000" cy="9144000"/>
  <p:custDataLst>
    <p:tags r:id="rId20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9000" b="0" i="0" u="none" strike="noStrike" cap="none" spc="0" normalizeH="0" baseline="0">
        <a:ln>
          <a:noFill/>
        </a:ln>
        <a:solidFill>
          <a:srgbClr val="535353"/>
        </a:solidFill>
        <a:effectLst/>
        <a:uFillTx/>
        <a:latin typeface="+mn-lt"/>
        <a:ea typeface="+mn-ea"/>
        <a:cs typeface="+mn-cs"/>
        <a:sym typeface="Calibri" panose="020F0502020204030204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9000" b="0" i="0" u="none" strike="noStrike" cap="none" spc="0" normalizeH="0" baseline="0">
        <a:ln>
          <a:noFill/>
        </a:ln>
        <a:solidFill>
          <a:srgbClr val="535353"/>
        </a:solidFill>
        <a:effectLst/>
        <a:uFillTx/>
        <a:latin typeface="+mn-lt"/>
        <a:ea typeface="+mn-ea"/>
        <a:cs typeface="+mn-cs"/>
        <a:sym typeface="Calibri" panose="020F0502020204030204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9000" b="0" i="0" u="none" strike="noStrike" cap="none" spc="0" normalizeH="0" baseline="0">
        <a:ln>
          <a:noFill/>
        </a:ln>
        <a:solidFill>
          <a:srgbClr val="535353"/>
        </a:solidFill>
        <a:effectLst/>
        <a:uFillTx/>
        <a:latin typeface="+mn-lt"/>
        <a:ea typeface="+mn-ea"/>
        <a:cs typeface="+mn-cs"/>
        <a:sym typeface="Calibri" panose="020F0502020204030204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9000" b="0" i="0" u="none" strike="noStrike" cap="none" spc="0" normalizeH="0" baseline="0">
        <a:ln>
          <a:noFill/>
        </a:ln>
        <a:solidFill>
          <a:srgbClr val="535353"/>
        </a:solidFill>
        <a:effectLst/>
        <a:uFillTx/>
        <a:latin typeface="+mn-lt"/>
        <a:ea typeface="+mn-ea"/>
        <a:cs typeface="+mn-cs"/>
        <a:sym typeface="Calibri" panose="020F0502020204030204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9000" b="0" i="0" u="none" strike="noStrike" cap="none" spc="0" normalizeH="0" baseline="0">
        <a:ln>
          <a:noFill/>
        </a:ln>
        <a:solidFill>
          <a:srgbClr val="535353"/>
        </a:solidFill>
        <a:effectLst/>
        <a:uFillTx/>
        <a:latin typeface="+mn-lt"/>
        <a:ea typeface="+mn-ea"/>
        <a:cs typeface="+mn-cs"/>
        <a:sym typeface="Calibri" panose="020F0502020204030204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9000" b="0" i="0" u="none" strike="noStrike" cap="none" spc="0" normalizeH="0" baseline="0">
        <a:ln>
          <a:noFill/>
        </a:ln>
        <a:solidFill>
          <a:srgbClr val="535353"/>
        </a:solidFill>
        <a:effectLst/>
        <a:uFillTx/>
        <a:latin typeface="+mn-lt"/>
        <a:ea typeface="+mn-ea"/>
        <a:cs typeface="+mn-cs"/>
        <a:sym typeface="Calibri" panose="020F0502020204030204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9000" b="0" i="0" u="none" strike="noStrike" cap="none" spc="0" normalizeH="0" baseline="0">
        <a:ln>
          <a:noFill/>
        </a:ln>
        <a:solidFill>
          <a:srgbClr val="535353"/>
        </a:solidFill>
        <a:effectLst/>
        <a:uFillTx/>
        <a:latin typeface="+mn-lt"/>
        <a:ea typeface="+mn-ea"/>
        <a:cs typeface="+mn-cs"/>
        <a:sym typeface="Calibri" panose="020F0502020204030204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9000" b="0" i="0" u="none" strike="noStrike" cap="none" spc="0" normalizeH="0" baseline="0">
        <a:ln>
          <a:noFill/>
        </a:ln>
        <a:solidFill>
          <a:srgbClr val="535353"/>
        </a:solidFill>
        <a:effectLst/>
        <a:uFillTx/>
        <a:latin typeface="+mn-lt"/>
        <a:ea typeface="+mn-ea"/>
        <a:cs typeface="+mn-cs"/>
        <a:sym typeface="Calibri" panose="020F0502020204030204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9000" b="0" i="0" u="none" strike="noStrike" cap="none" spc="0" normalizeH="0" baseline="0">
        <a:ln>
          <a:noFill/>
        </a:ln>
        <a:solidFill>
          <a:srgbClr val="535353"/>
        </a:solidFill>
        <a:effectLst/>
        <a:uFillTx/>
        <a:latin typeface="+mn-lt"/>
        <a:ea typeface="+mn-ea"/>
        <a:cs typeface="+mn-cs"/>
        <a:sym typeface="Calibri" panose="020F050202020403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陈 骏" initials="陈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13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Shape 17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0" name="Shape 18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 panose="020F0502020204030204"/>
      </a:defRPr>
    </a:lvl1pPr>
    <a:lvl2pPr indent="228600" latinLnBrk="0">
      <a:defRPr sz="1200">
        <a:latin typeface="+mn-lt"/>
        <a:ea typeface="+mn-ea"/>
        <a:cs typeface="+mn-cs"/>
        <a:sym typeface="Calibri" panose="020F0502020204030204"/>
      </a:defRPr>
    </a:lvl2pPr>
    <a:lvl3pPr indent="457200" latinLnBrk="0">
      <a:defRPr sz="1200">
        <a:latin typeface="+mn-lt"/>
        <a:ea typeface="+mn-ea"/>
        <a:cs typeface="+mn-cs"/>
        <a:sym typeface="Calibri" panose="020F0502020204030204"/>
      </a:defRPr>
    </a:lvl3pPr>
    <a:lvl4pPr indent="685800" latinLnBrk="0">
      <a:defRPr sz="1200">
        <a:latin typeface="+mn-lt"/>
        <a:ea typeface="+mn-ea"/>
        <a:cs typeface="+mn-cs"/>
        <a:sym typeface="Calibri" panose="020F0502020204030204"/>
      </a:defRPr>
    </a:lvl4pPr>
    <a:lvl5pPr indent="914400" latinLnBrk="0">
      <a:defRPr sz="1200">
        <a:latin typeface="+mn-lt"/>
        <a:ea typeface="+mn-ea"/>
        <a:cs typeface="+mn-cs"/>
        <a:sym typeface="Calibri" panose="020F0502020204030204"/>
      </a:defRPr>
    </a:lvl5pPr>
    <a:lvl6pPr indent="1143000" latinLnBrk="0">
      <a:defRPr sz="1200">
        <a:latin typeface="+mn-lt"/>
        <a:ea typeface="+mn-ea"/>
        <a:cs typeface="+mn-cs"/>
        <a:sym typeface="Calibri" panose="020F0502020204030204"/>
      </a:defRPr>
    </a:lvl6pPr>
    <a:lvl7pPr indent="1371600" latinLnBrk="0">
      <a:defRPr sz="1200">
        <a:latin typeface="+mn-lt"/>
        <a:ea typeface="+mn-ea"/>
        <a:cs typeface="+mn-cs"/>
        <a:sym typeface="Calibri" panose="020F0502020204030204"/>
      </a:defRPr>
    </a:lvl7pPr>
    <a:lvl8pPr indent="1600200" latinLnBrk="0">
      <a:defRPr sz="1200">
        <a:latin typeface="+mn-lt"/>
        <a:ea typeface="+mn-ea"/>
        <a:cs typeface="+mn-cs"/>
        <a:sym typeface="Calibri" panose="020F0502020204030204"/>
      </a:defRPr>
    </a:lvl8pPr>
    <a:lvl9pPr indent="1828800" latinLnBrk="0">
      <a:defRPr sz="1200">
        <a:latin typeface="+mn-lt"/>
        <a:ea typeface="+mn-ea"/>
        <a:cs typeface="+mn-cs"/>
        <a:sym typeface="Calibri" panose="020F050202020403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DA3C3C-B112-47DB-9F91-D82EE6A5922D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DA3C3C-B112-47DB-9F91-D82EE6A5922D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DA3C3C-B112-47DB-9F91-D82EE6A5922D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DA634-D904-3436-C8D5-FA97431B6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0F76CB6-F137-959D-9DE4-6D24B97B78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B170470-3946-8FC1-9A69-80D20DF14B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50EC710-39E3-57D6-CB3A-B6BE25B16A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DA3C3C-B112-47DB-9F91-D82EE6A5922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47799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02ECA-0F7B-49DF-BCBE-A7BF36EA8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E46FCE5-A342-3402-03E5-A2A45917CF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72783B9-F7BB-7B2E-5564-2C19217E87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E8AD45-20D8-CF18-BD06-51659ADAFC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1E56D6-0CE7-4080-AC7F-4B277B157C7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15498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262CC-48DD-16C5-E508-718772C54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FC9D853-DDEB-1A70-4C22-80640B88FF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6B6B3CA-6452-2E46-71BC-D59B5D3ED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E8823A4-071F-AC03-133A-CE7A51B99C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1E56D6-0CE7-4080-AC7F-4B277B157C7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95944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8323E-4C32-1EA0-D743-3E3E039B7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2042453-A1DC-D52D-B69B-4C3E1DD9A4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FCC2C1F-D357-D416-46C0-EB514D1F84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7B008B7-55AE-8267-B088-174BA9F5C1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1E56D6-0CE7-4080-AC7F-4B277B157C7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5605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42137-7419-24B9-F10E-CE68242D3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C2E8DB4-0ED7-9BF2-B10A-E0EC4D1722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C6EB182-CFD3-2A43-AB88-9DC1237C38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ED7110-B561-8E63-E764-EC793BA75E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1E56D6-0CE7-4080-AC7F-4B277B157C7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6845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8E4E4-087B-1A09-F0F5-53B7E45D1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17BEDA5-547A-FAFC-48D5-60901D4D68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092D67B-F90E-B365-1FC3-26D5E314A9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289CBE-F641-5725-2C3D-14C210A4FD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1E56D6-0CE7-4080-AC7F-4B277B157C75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61456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92A6D-A615-5013-C974-FF9B906D2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E34857D-19EB-3738-9AE5-BE4E68FCEF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2729D07-D2A9-8444-06A0-843AD769FC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B2F5AA4-EFBB-1B2D-67FA-C71A60E746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1E56D6-0CE7-4080-AC7F-4B277B157C75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78500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A09A5-A6CD-3982-6974-09E456B52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62C5C46-AB1F-FD8B-BA25-42D1C69B5A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E1596BA-2943-56E5-E476-3E40B55A2C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05FF2F-BF67-AE9C-5165-8614170CC0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1E56D6-0CE7-4080-AC7F-4B277B157C75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87118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EEA64-C708-80B6-0B20-7B485A4EF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A5061D2-8825-C9F6-E28D-1AC73D9BE8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0FDA864-4122-CB4D-A8DC-349137BD44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E8009E-2522-3D90-D06C-B20B76E294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1E56D6-0CE7-4080-AC7F-4B277B157C75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57400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7834A-7372-111D-A787-7CE2EBE64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60F30B1-5162-76E5-A1B7-68BAC06917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89A4BB7-2168-3E3C-3523-5C8F5317AC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FB5C2CF-07CC-86AF-860D-746267F06C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1E56D6-0CE7-4080-AC7F-4B277B157C75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20530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32AD0-D1CB-3F52-43FB-4E32A2133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4A428DC-45BE-F88A-BCD7-D974D7021A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17338F3-1833-CA19-17FD-211055B348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2C400A7-2054-28CC-DDAA-1548538CBB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1E56D6-0CE7-4080-AC7F-4B277B157C75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86263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3734B-2E83-FD4C-15F7-D2F4B4A83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8429626-1184-D900-A9FD-8500931150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EBCCFA6-51B7-24A0-E5D4-71F391DBDC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3C4E339-76BF-EEF4-4470-1DE7FD136A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1E56D6-0CE7-4080-AC7F-4B277B157C75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16014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" name="文本框"/>
          <p:cNvSpPr>
            <a:spLocks noGrp="1"/>
          </p:cNvSpPr>
          <p:nvPr>
            <p:ph type="sldNum" idx="5"/>
          </p:nvPr>
        </p:nvSpPr>
        <p:spPr>
          <a:xfrm>
            <a:off x="4024313" y="9721850"/>
            <a:ext cx="3078162" cy="512762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/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17</a:t>
            </a:fld>
            <a:endParaRPr lang="zh-CN" altLang="en-US" sz="120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标题文本</a:t>
            </a:r>
          </a:p>
        </p:txBody>
      </p:sp>
      <p:sp>
        <p:nvSpPr>
          <p:cNvPr id="12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524000" y="3602037"/>
            <a:ext cx="9144000" cy="1655764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0" algn="ctr">
              <a:buSzTx/>
              <a:buFontTx/>
              <a:buNone/>
              <a:defRPr sz="2400"/>
            </a:lvl2pPr>
            <a:lvl3pPr marL="0" indent="0" algn="ctr">
              <a:buSzTx/>
              <a:buFontTx/>
              <a:buNone/>
              <a:defRPr sz="2400"/>
            </a:lvl3pPr>
            <a:lvl4pPr marL="0" indent="0" algn="ctr">
              <a:buSzTx/>
              <a:buFontTx/>
              <a:buNone/>
              <a:defRPr sz="2400"/>
            </a:lvl4pPr>
            <a:lvl5pPr marL="0" indent="0" algn="ctr">
              <a:buSzTx/>
              <a:buFontTx/>
              <a:buNone/>
              <a:defRPr sz="24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21" name="正文级别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标题文本</a:t>
            </a:r>
          </a:p>
        </p:txBody>
      </p:sp>
      <p:sp>
        <p:nvSpPr>
          <p:cNvPr id="30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31850" y="4589462"/>
            <a:ext cx="10515600" cy="1500189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3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39" name="正文级别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48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186773" y="1778436"/>
            <a:ext cx="4873576" cy="823914"/>
          </a:xfrm>
          <a:prstGeom prst="rect">
            <a:avLst/>
          </a:prstGeom>
        </p:spPr>
        <p:txBody>
          <a:bodyPr anchor="ctr"/>
          <a:lstStyle>
            <a:lvl1pPr marL="0" indent="0">
              <a:buSzTx/>
              <a:buFontTx/>
              <a:buNone/>
            </a:lvl1pPr>
            <a:lvl2pPr marL="0" indent="0">
              <a:buSzTx/>
              <a:buFontTx/>
              <a:buNone/>
            </a:lvl2pPr>
            <a:lvl3pPr marL="0" indent="0">
              <a:buSzTx/>
              <a:buFontTx/>
              <a:buNone/>
            </a:lvl3pPr>
            <a:lvl4pPr marL="0" indent="0">
              <a:buSzTx/>
              <a:buFontTx/>
              <a:buNone/>
            </a:lvl4pPr>
            <a:lvl5pPr marL="0" indent="0">
              <a:buSzTx/>
              <a:buFontTx/>
              <a:buNone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9" name="文本占位符 4"/>
          <p:cNvSpPr>
            <a:spLocks noGrp="1"/>
          </p:cNvSpPr>
          <p:nvPr>
            <p:ph type="body" sz="quarter" idx="21"/>
          </p:nvPr>
        </p:nvSpPr>
        <p:spPr>
          <a:xfrm>
            <a:off x="6256937" y="1778436"/>
            <a:ext cx="4897579" cy="823914"/>
          </a:xfrm>
          <a:prstGeom prst="rect">
            <a:avLst/>
          </a:prstGeom>
        </p:spPr>
        <p:txBody>
          <a:bodyPr anchor="ctr"/>
          <a:lstStyle/>
          <a:p>
            <a:endParaRPr/>
          </a:p>
        </p:txBody>
      </p:sp>
      <p:sp>
        <p:nvSpPr>
          <p:cNvPr id="5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5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839787" y="457200"/>
            <a:ext cx="4165351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标题文本</a:t>
            </a:r>
          </a:p>
        </p:txBody>
      </p:sp>
      <p:sp>
        <p:nvSpPr>
          <p:cNvPr id="73" name="图片占位符 2"/>
          <p:cNvSpPr>
            <a:spLocks noGrp="1"/>
          </p:cNvSpPr>
          <p:nvPr>
            <p:ph type="pic" sz="half" idx="21"/>
          </p:nvPr>
        </p:nvSpPr>
        <p:spPr>
          <a:xfrm>
            <a:off x="5183187" y="457201"/>
            <a:ext cx="6172202" cy="540385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74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39787" y="2057400"/>
            <a:ext cx="4165351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000"/>
            </a:lvl1pPr>
            <a:lvl2pPr marL="0" indent="0">
              <a:buSzTx/>
              <a:buFontTx/>
              <a:buNone/>
              <a:defRPr sz="2000"/>
            </a:lvl2pPr>
            <a:lvl3pPr marL="0" indent="0">
              <a:buSzTx/>
              <a:buFontTx/>
              <a:buNone/>
              <a:defRPr sz="2000"/>
            </a:lvl3pPr>
            <a:lvl4pPr marL="0" indent="0">
              <a:buSzTx/>
              <a:buFontTx/>
              <a:buNone/>
              <a:defRPr sz="2000"/>
            </a:lvl4pPr>
            <a:lvl5pPr marL="0" indent="0">
              <a:buSzTx/>
              <a:buFontTx/>
              <a:buNone/>
              <a:defRPr sz="20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7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83" name="正文级别 1…"/>
          <p:cNvSpPr txBox="1">
            <a:spLocks noGrp="1"/>
          </p:cNvSpPr>
          <p:nvPr>
            <p:ph type="body" idx="1" hasCustomPrompt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8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正文级别 1…"/>
          <p:cNvSpPr txBox="1">
            <a:spLocks noGrp="1"/>
          </p:cNvSpPr>
          <p:nvPr>
            <p:ph type="body" idx="1" hasCustomPrompt="1"/>
          </p:nvPr>
        </p:nvSpPr>
        <p:spPr>
          <a:xfrm>
            <a:off x="838200" y="365125"/>
            <a:ext cx="10515600" cy="5811838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9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 lIns="45718" tIns="45718" rIns="45718" bIns="45718"/>
          <a:lstStyle/>
          <a:p>
            <a:r>
              <a:t>标题文本</a:t>
            </a:r>
          </a:p>
        </p:txBody>
      </p:sp>
      <p:sp>
        <p:nvSpPr>
          <p:cNvPr id="109" name="正文级别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lIns="45718" tIns="45718" rIns="45718" bIns="45718"/>
          <a:lstStyle>
            <a:lvl3pPr marL="1234440" indent="-320040"/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10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089823" y="6404294"/>
            <a:ext cx="263978" cy="269237"/>
          </a:xfrm>
          <a:prstGeom prst="rect">
            <a:avLst/>
          </a:prstGeom>
        </p:spPr>
        <p:txBody>
          <a:bodyPr lIns="45718" tIns="45718" rIns="45718" bIns="45718"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  <a:sym typeface="等线 Light" panose="02010600030101010101" charset="-122"/>
              </a:defRPr>
            </a:lvl1pPr>
          </a:lstStyle>
          <a:p>
            <a:r>
              <a:t>标题文本</a:t>
            </a:r>
          </a:p>
        </p:txBody>
      </p:sp>
      <p:sp>
        <p:nvSpPr>
          <p:cNvPr id="118" name="正文级别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defRPr>
            </a:lvl1pPr>
            <a:lvl2pPr>
              <a:defRPr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defRPr>
            </a:lvl2pPr>
            <a:lvl3pPr>
              <a:defRPr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defRPr>
            </a:lvl3pPr>
            <a:lvl4pPr>
              <a:defRPr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defRPr>
            </a:lvl4pPr>
            <a:lvl5pPr>
              <a:defRPr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19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080147" y="6404293"/>
            <a:ext cx="273654" cy="269239"/>
          </a:xfrm>
          <a:prstGeom prst="rect">
            <a:avLst/>
          </a:prstGeom>
        </p:spPr>
        <p:txBody>
          <a:bodyPr/>
          <a:lstStyle>
            <a:lvl1pPr>
              <a:defRPr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内容">
    <p:bg>
      <p:bgPr>
        <a:gradFill flip="none" rotWithShape="1">
          <a:gsLst>
            <a:gs pos="0">
              <a:srgbClr val="FFFFFF"/>
            </a:gs>
            <a:gs pos="100000">
              <a:srgbClr val="DCDCDC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669881" y="431999"/>
            <a:ext cx="10852239" cy="648002"/>
          </a:xfrm>
          <a:prstGeom prst="rect">
            <a:avLst/>
          </a:prstGeom>
        </p:spPr>
        <p:txBody>
          <a:bodyPr lIns="38100" tIns="38100" rIns="38100" bIns="38100"/>
          <a:lstStyle>
            <a:lvl1pPr>
              <a:lnSpc>
                <a:spcPct val="100000"/>
              </a:lnSpc>
              <a:defRPr sz="2800" b="1" spc="2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t>标题文本</a:t>
            </a:r>
          </a:p>
        </p:txBody>
      </p:sp>
      <p:sp>
        <p:nvSpPr>
          <p:cNvPr id="127" name="正文级别 1…"/>
          <p:cNvSpPr txBox="1">
            <a:spLocks noGrp="1"/>
          </p:cNvSpPr>
          <p:nvPr>
            <p:ph type="body" idx="1" hasCustomPrompt="1"/>
          </p:nvPr>
        </p:nvSpPr>
        <p:spPr>
          <a:xfrm>
            <a:off x="669881" y="1295998"/>
            <a:ext cx="10852239" cy="5041359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30000"/>
              </a:lnSpc>
              <a:defRPr sz="1600" spc="15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685800" indent="-228600">
              <a:lnSpc>
                <a:spcPct val="130000"/>
              </a:lnSpc>
              <a:defRPr sz="1600" spc="15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143000" indent="-228600">
              <a:lnSpc>
                <a:spcPct val="130000"/>
              </a:lnSpc>
              <a:defRPr sz="1600" spc="15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600200" indent="-228600">
              <a:lnSpc>
                <a:spcPct val="130000"/>
              </a:lnSpc>
              <a:defRPr sz="1600" spc="15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057400" indent="-228600">
              <a:lnSpc>
                <a:spcPct val="130000"/>
              </a:lnSpc>
              <a:defRPr sz="1600" spc="15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28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036947" y="6376106"/>
            <a:ext cx="273654" cy="2642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t>标题文本</a:t>
            </a:r>
          </a:p>
        </p:txBody>
      </p:sp>
      <p:sp>
        <p:nvSpPr>
          <p:cNvPr id="136" name="正文级别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24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731520" indent="-274320">
              <a:defRPr sz="24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219200" indent="-304800">
              <a:defRPr sz="24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676400" indent="-304800">
              <a:defRPr sz="24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133600" indent="-304800">
              <a:defRPr sz="24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37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9845373" y="6404293"/>
            <a:ext cx="273654" cy="269239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>
                <a:solidFill>
                  <a:srgbClr val="80808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 lIns="45719" tIns="45719" rIns="45719" bIns="45719"/>
          <a:lstStyle/>
          <a:p>
            <a:r>
              <a:t>标题文本</a:t>
            </a:r>
          </a:p>
        </p:txBody>
      </p:sp>
      <p:sp>
        <p:nvSpPr>
          <p:cNvPr id="145" name="正文级别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lIns="45719" tIns="45719" rIns="45719" bIns="45719"/>
          <a:lstStyle>
            <a:lvl3pPr marL="1234440" indent="-320040"/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46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089818" y="6404292"/>
            <a:ext cx="263983" cy="269241"/>
          </a:xfrm>
          <a:prstGeom prst="rect">
            <a:avLst/>
          </a:prstGeom>
        </p:spPr>
        <p:txBody>
          <a:bodyPr lIns="45719" tIns="45719" rIns="45719" bIns="45719"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 lIns="45718" tIns="45718" rIns="45718" bIns="45718"/>
          <a:lstStyle/>
          <a:p>
            <a:r>
              <a:t>标题文本</a:t>
            </a:r>
          </a:p>
        </p:txBody>
      </p:sp>
      <p:sp>
        <p:nvSpPr>
          <p:cNvPr id="154" name="正文级别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lIns="45718" tIns="45718" rIns="45718" bIns="45718"/>
          <a:lstStyle>
            <a:lvl3pPr marL="1234440" indent="-320040"/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55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089823" y="6404294"/>
            <a:ext cx="263978" cy="269237"/>
          </a:xfrm>
          <a:prstGeom prst="rect">
            <a:avLst/>
          </a:prstGeom>
        </p:spPr>
        <p:txBody>
          <a:bodyPr lIns="45718" tIns="45718" rIns="45718" bIns="45718"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内容">
    <p:bg>
      <p:bgPr>
        <a:gradFill flip="none" rotWithShape="1">
          <a:gsLst>
            <a:gs pos="0">
              <a:srgbClr val="FFFFFF"/>
            </a:gs>
            <a:gs pos="100000">
              <a:srgbClr val="DCDCDC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669881" y="431999"/>
            <a:ext cx="10852238" cy="648001"/>
          </a:xfrm>
          <a:prstGeom prst="rect">
            <a:avLst/>
          </a:prstGeom>
        </p:spPr>
        <p:txBody>
          <a:bodyPr lIns="38100" tIns="38100" rIns="38100" bIns="38100"/>
          <a:lstStyle>
            <a:lvl1pPr>
              <a:lnSpc>
                <a:spcPct val="100000"/>
              </a:lnSpc>
              <a:defRPr sz="2800" b="1" spc="2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t>标题文本</a:t>
            </a:r>
          </a:p>
        </p:txBody>
      </p:sp>
      <p:sp>
        <p:nvSpPr>
          <p:cNvPr id="163" name="正文级别 1…"/>
          <p:cNvSpPr txBox="1">
            <a:spLocks noGrp="1"/>
          </p:cNvSpPr>
          <p:nvPr>
            <p:ph type="body" idx="1" hasCustomPrompt="1"/>
          </p:nvPr>
        </p:nvSpPr>
        <p:spPr>
          <a:xfrm>
            <a:off x="669881" y="1295999"/>
            <a:ext cx="10852238" cy="5041357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30000"/>
              </a:lnSpc>
              <a:defRPr sz="1600" spc="15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685800" indent="-228600">
              <a:lnSpc>
                <a:spcPct val="130000"/>
              </a:lnSpc>
              <a:defRPr sz="1600" spc="15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143000" indent="-228600">
              <a:lnSpc>
                <a:spcPct val="130000"/>
              </a:lnSpc>
              <a:defRPr sz="1600" spc="15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600200" indent="-228600">
              <a:lnSpc>
                <a:spcPct val="130000"/>
              </a:lnSpc>
              <a:defRPr sz="1600" spc="15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057400" indent="-228600">
              <a:lnSpc>
                <a:spcPct val="130000"/>
              </a:lnSpc>
              <a:defRPr sz="1600" spc="15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6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036944" y="6376105"/>
            <a:ext cx="273656" cy="264256"/>
          </a:xfrm>
          <a:prstGeom prst="rect">
            <a:avLst/>
          </a:prstGeom>
        </p:spPr>
        <p:txBody>
          <a:bodyPr lIns="45719" tIns="45719" rIns="45719" bIns="45719">
            <a:normAutofit/>
          </a:bodyPr>
          <a:lstStyle>
            <a:lvl1pPr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172" name="正文级别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3pPr marL="1234440" indent="-320040"/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73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095179" y="6414761"/>
            <a:ext cx="258622" cy="24830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/>
          <p:cNvSpPr/>
          <p:nvPr userDrawn="1"/>
        </p:nvSpPr>
        <p:spPr>
          <a:xfrm rot="10800000">
            <a:off x="12406" y="1"/>
            <a:ext cx="12179594" cy="6857999"/>
          </a:xfrm>
          <a:custGeom>
            <a:avLst/>
            <a:gdLst>
              <a:gd name="connsiteX0" fmla="*/ 3154214 w 12179594"/>
              <a:gd name="connsiteY0" fmla="*/ 6170856 h 6857999"/>
              <a:gd name="connsiteX1" fmla="*/ 4961551 w 12179594"/>
              <a:gd name="connsiteY1" fmla="*/ 6722921 h 6857999"/>
              <a:gd name="connsiteX2" fmla="*/ 5142188 w 12179594"/>
              <a:gd name="connsiteY2" fmla="*/ 6857999 h 6857999"/>
              <a:gd name="connsiteX3" fmla="*/ 1166240 w 12179594"/>
              <a:gd name="connsiteY3" fmla="*/ 6857999 h 6857999"/>
              <a:gd name="connsiteX4" fmla="*/ 1346877 w 12179594"/>
              <a:gd name="connsiteY4" fmla="*/ 6722921 h 6857999"/>
              <a:gd name="connsiteX5" fmla="*/ 3154214 w 12179594"/>
              <a:gd name="connsiteY5" fmla="*/ 6170856 h 6857999"/>
              <a:gd name="connsiteX6" fmla="*/ 7069148 w 12179594"/>
              <a:gd name="connsiteY6" fmla="*/ 5311669 h 6857999"/>
              <a:gd name="connsiteX7" fmla="*/ 7370423 w 12179594"/>
              <a:gd name="connsiteY7" fmla="*/ 5612945 h 6857999"/>
              <a:gd name="connsiteX8" fmla="*/ 7069148 w 12179594"/>
              <a:gd name="connsiteY8" fmla="*/ 5914221 h 6857999"/>
              <a:gd name="connsiteX9" fmla="*/ 6767872 w 12179594"/>
              <a:gd name="connsiteY9" fmla="*/ 5612945 h 6857999"/>
              <a:gd name="connsiteX10" fmla="*/ 7069148 w 12179594"/>
              <a:gd name="connsiteY10" fmla="*/ 5311669 h 6857999"/>
              <a:gd name="connsiteX11" fmla="*/ 3149024 w 12179594"/>
              <a:gd name="connsiteY11" fmla="*/ 4992156 h 6857999"/>
              <a:gd name="connsiteX12" fmla="*/ 3450300 w 12179594"/>
              <a:gd name="connsiteY12" fmla="*/ 5293432 h 6857999"/>
              <a:gd name="connsiteX13" fmla="*/ 3149024 w 12179594"/>
              <a:gd name="connsiteY13" fmla="*/ 5594708 h 6857999"/>
              <a:gd name="connsiteX14" fmla="*/ 2847749 w 12179594"/>
              <a:gd name="connsiteY14" fmla="*/ 5293432 h 6857999"/>
              <a:gd name="connsiteX15" fmla="*/ 3149024 w 12179594"/>
              <a:gd name="connsiteY15" fmla="*/ 4992156 h 6857999"/>
              <a:gd name="connsiteX16" fmla="*/ 8877317 w 12179594"/>
              <a:gd name="connsiteY16" fmla="*/ 4904325 h 6857999"/>
              <a:gd name="connsiteX17" fmla="*/ 10641577 w 12179594"/>
              <a:gd name="connsiteY17" fmla="*/ 6857999 h 6857999"/>
              <a:gd name="connsiteX18" fmla="*/ 7435687 w 12179594"/>
              <a:gd name="connsiteY18" fmla="*/ 6857999 h 6857999"/>
              <a:gd name="connsiteX19" fmla="*/ 7523443 w 12179594"/>
              <a:gd name="connsiteY19" fmla="*/ 6673556 h 6857999"/>
              <a:gd name="connsiteX20" fmla="*/ 8877317 w 12179594"/>
              <a:gd name="connsiteY20" fmla="*/ 4904325 h 6857999"/>
              <a:gd name="connsiteX21" fmla="*/ 6117006 w 12179594"/>
              <a:gd name="connsiteY21" fmla="*/ 3857362 h 6857999"/>
              <a:gd name="connsiteX22" fmla="*/ 6789399 w 12179594"/>
              <a:gd name="connsiteY22" fmla="*/ 4529756 h 6857999"/>
              <a:gd name="connsiteX23" fmla="*/ 6117006 w 12179594"/>
              <a:gd name="connsiteY23" fmla="*/ 5202150 h 6857999"/>
              <a:gd name="connsiteX24" fmla="*/ 5444612 w 12179594"/>
              <a:gd name="connsiteY24" fmla="*/ 4529756 h 6857999"/>
              <a:gd name="connsiteX25" fmla="*/ 6117006 w 12179594"/>
              <a:gd name="connsiteY25" fmla="*/ 3857362 h 6857999"/>
              <a:gd name="connsiteX26" fmla="*/ 6118226 w 12179594"/>
              <a:gd name="connsiteY26" fmla="*/ 2371346 h 6857999"/>
              <a:gd name="connsiteX27" fmla="*/ 8275417 w 12179594"/>
              <a:gd name="connsiteY27" fmla="*/ 4529759 h 6857999"/>
              <a:gd name="connsiteX28" fmla="*/ 7196210 w 12179594"/>
              <a:gd name="connsiteY28" fmla="*/ 4529762 h 6857999"/>
              <a:gd name="connsiteX29" fmla="*/ 6117617 w 12179594"/>
              <a:gd name="connsiteY29" fmla="*/ 3450557 h 6857999"/>
              <a:gd name="connsiteX30" fmla="*/ 5037804 w 12179594"/>
              <a:gd name="connsiteY30" fmla="*/ 4528542 h 6857999"/>
              <a:gd name="connsiteX31" fmla="*/ 6115177 w 12179594"/>
              <a:gd name="connsiteY31" fmla="*/ 5608967 h 6857999"/>
              <a:gd name="connsiteX32" fmla="*/ 6113343 w 12179594"/>
              <a:gd name="connsiteY32" fmla="*/ 6688169 h 6857999"/>
              <a:gd name="connsiteX33" fmla="*/ 3958594 w 12179594"/>
              <a:gd name="connsiteY33" fmla="*/ 4527316 h 6857999"/>
              <a:gd name="connsiteX34" fmla="*/ 6118226 w 12179594"/>
              <a:gd name="connsiteY34" fmla="*/ 2371346 h 6857999"/>
              <a:gd name="connsiteX35" fmla="*/ 8510093 w 12179594"/>
              <a:gd name="connsiteY35" fmla="*/ 1466848 h 6857999"/>
              <a:gd name="connsiteX36" fmla="*/ 9020078 w 12179594"/>
              <a:gd name="connsiteY36" fmla="*/ 1976832 h 6857999"/>
              <a:gd name="connsiteX37" fmla="*/ 8510093 w 12179594"/>
              <a:gd name="connsiteY37" fmla="*/ 2486818 h 6857999"/>
              <a:gd name="connsiteX38" fmla="*/ 8000109 w 12179594"/>
              <a:gd name="connsiteY38" fmla="*/ 1976832 h 6857999"/>
              <a:gd name="connsiteX39" fmla="*/ 8510093 w 12179594"/>
              <a:gd name="connsiteY39" fmla="*/ 1466848 h 6857999"/>
              <a:gd name="connsiteX40" fmla="*/ 3764496 w 12179594"/>
              <a:gd name="connsiteY40" fmla="*/ 1466848 h 6857999"/>
              <a:gd name="connsiteX41" fmla="*/ 4274481 w 12179594"/>
              <a:gd name="connsiteY41" fmla="*/ 1976832 h 6857999"/>
              <a:gd name="connsiteX42" fmla="*/ 3764496 w 12179594"/>
              <a:gd name="connsiteY42" fmla="*/ 2486818 h 6857999"/>
              <a:gd name="connsiteX43" fmla="*/ 3254511 w 12179594"/>
              <a:gd name="connsiteY43" fmla="*/ 1976832 h 6857999"/>
              <a:gd name="connsiteX44" fmla="*/ 3764496 w 12179594"/>
              <a:gd name="connsiteY44" fmla="*/ 1466848 h 6857999"/>
              <a:gd name="connsiteX45" fmla="*/ 12179594 w 12179594"/>
              <a:gd name="connsiteY45" fmla="*/ 404827 h 6857999"/>
              <a:gd name="connsiteX46" fmla="*/ 12179594 w 12179594"/>
              <a:gd name="connsiteY46" fmla="*/ 6353025 h 6857999"/>
              <a:gd name="connsiteX47" fmla="*/ 11933267 w 12179594"/>
              <a:gd name="connsiteY47" fmla="*/ 6340586 h 6857999"/>
              <a:gd name="connsiteX48" fmla="*/ 9260623 w 12179594"/>
              <a:gd name="connsiteY48" fmla="*/ 3378926 h 6857999"/>
              <a:gd name="connsiteX49" fmla="*/ 11933267 w 12179594"/>
              <a:gd name="connsiteY49" fmla="*/ 417266 h 6857999"/>
              <a:gd name="connsiteX50" fmla="*/ 0 w 12179594"/>
              <a:gd name="connsiteY50" fmla="*/ 401896 h 6857999"/>
              <a:gd name="connsiteX51" fmla="*/ 2977028 w 12179594"/>
              <a:gd name="connsiteY51" fmla="*/ 3378926 h 6857999"/>
              <a:gd name="connsiteX52" fmla="*/ 0 w 12179594"/>
              <a:gd name="connsiteY52" fmla="*/ 6355956 h 6857999"/>
              <a:gd name="connsiteX53" fmla="*/ 0 w 12179594"/>
              <a:gd name="connsiteY53" fmla="*/ 3378926 h 6857999"/>
              <a:gd name="connsiteX54" fmla="*/ 3968734 w 12179594"/>
              <a:gd name="connsiteY54" fmla="*/ 0 h 6857999"/>
              <a:gd name="connsiteX55" fmla="*/ 8265277 w 12179594"/>
              <a:gd name="connsiteY55" fmla="*/ 0 h 6857999"/>
              <a:gd name="connsiteX56" fmla="*/ 8264273 w 12179594"/>
              <a:gd name="connsiteY56" fmla="*/ 19886 h 6857999"/>
              <a:gd name="connsiteX57" fmla="*/ 6117006 w 12179594"/>
              <a:gd name="connsiteY57" fmla="*/ 1957613 h 6857999"/>
              <a:gd name="connsiteX58" fmla="*/ 3969738 w 12179594"/>
              <a:gd name="connsiteY58" fmla="*/ 1988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2179594" h="6857999">
                <a:moveTo>
                  <a:pt x="3154214" y="6170856"/>
                </a:moveTo>
                <a:cubicBezTo>
                  <a:pt x="3823692" y="6170856"/>
                  <a:pt x="4445636" y="6374376"/>
                  <a:pt x="4961551" y="6722921"/>
                </a:cubicBezTo>
                <a:lnTo>
                  <a:pt x="5142188" y="6857999"/>
                </a:lnTo>
                <a:lnTo>
                  <a:pt x="1166240" y="6857999"/>
                </a:lnTo>
                <a:lnTo>
                  <a:pt x="1346877" y="6722921"/>
                </a:lnTo>
                <a:cubicBezTo>
                  <a:pt x="1862791" y="6374376"/>
                  <a:pt x="2484735" y="6170856"/>
                  <a:pt x="3154214" y="6170856"/>
                </a:cubicBezTo>
                <a:close/>
                <a:moveTo>
                  <a:pt x="7069148" y="5311669"/>
                </a:moveTo>
                <a:cubicBezTo>
                  <a:pt x="7235537" y="5311669"/>
                  <a:pt x="7370423" y="5446555"/>
                  <a:pt x="7370423" y="5612945"/>
                </a:cubicBezTo>
                <a:cubicBezTo>
                  <a:pt x="7370423" y="5779334"/>
                  <a:pt x="7235537" y="5914221"/>
                  <a:pt x="7069148" y="5914221"/>
                </a:cubicBezTo>
                <a:cubicBezTo>
                  <a:pt x="6902758" y="5914221"/>
                  <a:pt x="6767872" y="5779334"/>
                  <a:pt x="6767872" y="5612945"/>
                </a:cubicBezTo>
                <a:cubicBezTo>
                  <a:pt x="6767872" y="5446555"/>
                  <a:pt x="6902758" y="5311669"/>
                  <a:pt x="7069148" y="5311669"/>
                </a:cubicBezTo>
                <a:close/>
                <a:moveTo>
                  <a:pt x="3149024" y="4992156"/>
                </a:moveTo>
                <a:cubicBezTo>
                  <a:pt x="3315414" y="4992156"/>
                  <a:pt x="3450300" y="5127042"/>
                  <a:pt x="3450300" y="5293432"/>
                </a:cubicBezTo>
                <a:cubicBezTo>
                  <a:pt x="3450300" y="5459822"/>
                  <a:pt x="3315414" y="5594708"/>
                  <a:pt x="3149024" y="5594708"/>
                </a:cubicBezTo>
                <a:cubicBezTo>
                  <a:pt x="2982635" y="5594708"/>
                  <a:pt x="2847749" y="5459822"/>
                  <a:pt x="2847749" y="5293432"/>
                </a:cubicBezTo>
                <a:cubicBezTo>
                  <a:pt x="2847749" y="5127042"/>
                  <a:pt x="2982635" y="4992156"/>
                  <a:pt x="3149024" y="4992156"/>
                </a:cubicBezTo>
                <a:close/>
                <a:moveTo>
                  <a:pt x="8877317" y="4904325"/>
                </a:moveTo>
                <a:lnTo>
                  <a:pt x="10641577" y="6857999"/>
                </a:lnTo>
                <a:lnTo>
                  <a:pt x="7435687" y="6857999"/>
                </a:lnTo>
                <a:lnTo>
                  <a:pt x="7523443" y="6673556"/>
                </a:lnTo>
                <a:cubicBezTo>
                  <a:pt x="7859063" y="6012895"/>
                  <a:pt x="8315424" y="5411742"/>
                  <a:pt x="8877317" y="4904325"/>
                </a:cubicBezTo>
                <a:close/>
                <a:moveTo>
                  <a:pt x="6117006" y="3857362"/>
                </a:moveTo>
                <a:cubicBezTo>
                  <a:pt x="6488357" y="3857362"/>
                  <a:pt x="6789399" y="4158404"/>
                  <a:pt x="6789399" y="4529756"/>
                </a:cubicBezTo>
                <a:cubicBezTo>
                  <a:pt x="6789399" y="4901108"/>
                  <a:pt x="6488357" y="5202150"/>
                  <a:pt x="6117006" y="5202150"/>
                </a:cubicBezTo>
                <a:cubicBezTo>
                  <a:pt x="5745654" y="5202150"/>
                  <a:pt x="5444612" y="4901108"/>
                  <a:pt x="5444612" y="4529756"/>
                </a:cubicBezTo>
                <a:cubicBezTo>
                  <a:pt x="5444612" y="4158404"/>
                  <a:pt x="5745654" y="3857362"/>
                  <a:pt x="6117006" y="3857362"/>
                </a:cubicBezTo>
                <a:close/>
                <a:moveTo>
                  <a:pt x="6118226" y="2371346"/>
                </a:moveTo>
                <a:cubicBezTo>
                  <a:pt x="7309805" y="2372019"/>
                  <a:pt x="8275417" y="3338175"/>
                  <a:pt x="8275417" y="4529759"/>
                </a:cubicBezTo>
                <a:lnTo>
                  <a:pt x="7196210" y="4529762"/>
                </a:lnTo>
                <a:cubicBezTo>
                  <a:pt x="7196210" y="3933971"/>
                  <a:pt x="6713407" y="3450895"/>
                  <a:pt x="6117617" y="3450557"/>
                </a:cubicBezTo>
                <a:cubicBezTo>
                  <a:pt x="5521827" y="3450219"/>
                  <a:pt x="5038478" y="3932751"/>
                  <a:pt x="5037804" y="4528542"/>
                </a:cubicBezTo>
                <a:cubicBezTo>
                  <a:pt x="5037131" y="5124332"/>
                  <a:pt x="5519388" y="5607955"/>
                  <a:pt x="6115177" y="5608967"/>
                </a:cubicBezTo>
                <a:lnTo>
                  <a:pt x="6113343" y="6688169"/>
                </a:lnTo>
                <a:cubicBezTo>
                  <a:pt x="4921763" y="6686146"/>
                  <a:pt x="3957248" y="5718900"/>
                  <a:pt x="3958594" y="4527316"/>
                </a:cubicBezTo>
                <a:cubicBezTo>
                  <a:pt x="3959941" y="3335736"/>
                  <a:pt x="4926646" y="2370673"/>
                  <a:pt x="6118226" y="2371346"/>
                </a:cubicBezTo>
                <a:close/>
                <a:moveTo>
                  <a:pt x="8510093" y="1466848"/>
                </a:moveTo>
                <a:cubicBezTo>
                  <a:pt x="8791749" y="1466848"/>
                  <a:pt x="9020078" y="1695177"/>
                  <a:pt x="9020078" y="1976832"/>
                </a:cubicBezTo>
                <a:cubicBezTo>
                  <a:pt x="9020078" y="2258489"/>
                  <a:pt x="8791749" y="2486818"/>
                  <a:pt x="8510093" y="2486818"/>
                </a:cubicBezTo>
                <a:cubicBezTo>
                  <a:pt x="8228438" y="2486818"/>
                  <a:pt x="8000109" y="2258489"/>
                  <a:pt x="8000109" y="1976832"/>
                </a:cubicBezTo>
                <a:cubicBezTo>
                  <a:pt x="8000109" y="1695177"/>
                  <a:pt x="8228438" y="1466848"/>
                  <a:pt x="8510093" y="1466848"/>
                </a:cubicBezTo>
                <a:close/>
                <a:moveTo>
                  <a:pt x="3764496" y="1466848"/>
                </a:moveTo>
                <a:cubicBezTo>
                  <a:pt x="4046152" y="1466848"/>
                  <a:pt x="4274481" y="1695177"/>
                  <a:pt x="4274481" y="1976832"/>
                </a:cubicBezTo>
                <a:cubicBezTo>
                  <a:pt x="4274481" y="2258489"/>
                  <a:pt x="4046152" y="2486818"/>
                  <a:pt x="3764496" y="2486818"/>
                </a:cubicBezTo>
                <a:cubicBezTo>
                  <a:pt x="3482840" y="2486818"/>
                  <a:pt x="3254511" y="2258489"/>
                  <a:pt x="3254511" y="1976832"/>
                </a:cubicBezTo>
                <a:cubicBezTo>
                  <a:pt x="3254511" y="1695177"/>
                  <a:pt x="3482840" y="1466848"/>
                  <a:pt x="3764496" y="1466848"/>
                </a:cubicBezTo>
                <a:close/>
                <a:moveTo>
                  <a:pt x="12179594" y="404827"/>
                </a:moveTo>
                <a:lnTo>
                  <a:pt x="12179594" y="6353025"/>
                </a:lnTo>
                <a:lnTo>
                  <a:pt x="11933267" y="6340586"/>
                </a:lnTo>
                <a:cubicBezTo>
                  <a:pt x="10432080" y="6188133"/>
                  <a:pt x="9260623" y="4920336"/>
                  <a:pt x="9260623" y="3378926"/>
                </a:cubicBezTo>
                <a:cubicBezTo>
                  <a:pt x="9260623" y="1837521"/>
                  <a:pt x="10432080" y="569720"/>
                  <a:pt x="11933267" y="417266"/>
                </a:cubicBezTo>
                <a:close/>
                <a:moveTo>
                  <a:pt x="0" y="401896"/>
                </a:moveTo>
                <a:cubicBezTo>
                  <a:pt x="1644167" y="401896"/>
                  <a:pt x="2977028" y="1734761"/>
                  <a:pt x="2977028" y="3378926"/>
                </a:cubicBezTo>
                <a:cubicBezTo>
                  <a:pt x="2977028" y="5023096"/>
                  <a:pt x="1644167" y="6355956"/>
                  <a:pt x="0" y="6355956"/>
                </a:cubicBezTo>
                <a:lnTo>
                  <a:pt x="0" y="3378926"/>
                </a:lnTo>
                <a:close/>
                <a:moveTo>
                  <a:pt x="3968734" y="0"/>
                </a:moveTo>
                <a:lnTo>
                  <a:pt x="8265277" y="0"/>
                </a:lnTo>
                <a:lnTo>
                  <a:pt x="8264273" y="19886"/>
                </a:lnTo>
                <a:cubicBezTo>
                  <a:pt x="8153741" y="1108279"/>
                  <a:pt x="7234561" y="1957613"/>
                  <a:pt x="6117006" y="1957613"/>
                </a:cubicBezTo>
                <a:cubicBezTo>
                  <a:pt x="4999451" y="1957613"/>
                  <a:pt x="4080270" y="1108279"/>
                  <a:pt x="3969738" y="19886"/>
                </a:cubicBezTo>
                <a:close/>
              </a:path>
            </a:pathLst>
          </a:custGeom>
          <a:solidFill>
            <a:srgbClr val="F6F6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0" y="1084344"/>
            <a:ext cx="12179593" cy="4666152"/>
          </a:xfrm>
          <a:prstGeom prst="rect">
            <a:avLst/>
          </a:prstGeom>
          <a:solidFill>
            <a:srgbClr val="F8CB27"/>
          </a:solidFill>
          <a:ln>
            <a:noFill/>
          </a:ln>
          <a:effectLst>
            <a:outerShdw blurRad="419100" dist="419100" dir="5400000" algn="t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6218278" y="1084345"/>
            <a:ext cx="5973722" cy="4689311"/>
          </a:xfrm>
          <a:custGeom>
            <a:avLst/>
            <a:gdLst>
              <a:gd name="connsiteX0" fmla="*/ 3651093 w 5973722"/>
              <a:gd name="connsiteY0" fmla="*/ 3525988 h 4689311"/>
              <a:gd name="connsiteX1" fmla="*/ 4784598 w 5973722"/>
              <a:gd name="connsiteY1" fmla="*/ 4659493 h 4689311"/>
              <a:gd name="connsiteX2" fmla="*/ 3651093 w 5973722"/>
              <a:gd name="connsiteY2" fmla="*/ 4659493 h 4689311"/>
              <a:gd name="connsiteX3" fmla="*/ 2517588 w 5973722"/>
              <a:gd name="connsiteY3" fmla="*/ 4659493 h 4689311"/>
              <a:gd name="connsiteX4" fmla="*/ 3651093 w 5973722"/>
              <a:gd name="connsiteY4" fmla="*/ 3525988 h 4689311"/>
              <a:gd name="connsiteX5" fmla="*/ 4380042 w 5973722"/>
              <a:gd name="connsiteY5" fmla="*/ 3345789 h 4689311"/>
              <a:gd name="connsiteX6" fmla="*/ 4494753 w 5973722"/>
              <a:gd name="connsiteY6" fmla="*/ 3460500 h 4689311"/>
              <a:gd name="connsiteX7" fmla="*/ 4380042 w 5973722"/>
              <a:gd name="connsiteY7" fmla="*/ 3575211 h 4689311"/>
              <a:gd name="connsiteX8" fmla="*/ 4265332 w 5973722"/>
              <a:gd name="connsiteY8" fmla="*/ 3460500 h 4689311"/>
              <a:gd name="connsiteX9" fmla="*/ 4380042 w 5973722"/>
              <a:gd name="connsiteY9" fmla="*/ 3345789 h 4689311"/>
              <a:gd name="connsiteX10" fmla="*/ 5973722 w 5973722"/>
              <a:gd name="connsiteY10" fmla="*/ 3109006 h 4689311"/>
              <a:gd name="connsiteX11" fmla="*/ 5973722 w 5973722"/>
              <a:gd name="connsiteY11" fmla="*/ 3865672 h 4689311"/>
              <a:gd name="connsiteX12" fmla="*/ 5595388 w 5973722"/>
              <a:gd name="connsiteY12" fmla="*/ 3487339 h 4689311"/>
              <a:gd name="connsiteX13" fmla="*/ 5973722 w 5973722"/>
              <a:gd name="connsiteY13" fmla="*/ 3109006 h 4689311"/>
              <a:gd name="connsiteX14" fmla="*/ 3117246 w 5973722"/>
              <a:gd name="connsiteY14" fmla="*/ 3031982 h 4689311"/>
              <a:gd name="connsiteX15" fmla="*/ 3311423 w 5973722"/>
              <a:gd name="connsiteY15" fmla="*/ 3226159 h 4689311"/>
              <a:gd name="connsiteX16" fmla="*/ 3117246 w 5973722"/>
              <a:gd name="connsiteY16" fmla="*/ 3420336 h 4689311"/>
              <a:gd name="connsiteX17" fmla="*/ 2923069 w 5973722"/>
              <a:gd name="connsiteY17" fmla="*/ 3226159 h 4689311"/>
              <a:gd name="connsiteX18" fmla="*/ 3117246 w 5973722"/>
              <a:gd name="connsiteY18" fmla="*/ 3031982 h 4689311"/>
              <a:gd name="connsiteX19" fmla="*/ 5944908 w 5973722"/>
              <a:gd name="connsiteY19" fmla="*/ 2227737 h 4689311"/>
              <a:gd name="connsiteX20" fmla="*/ 5944908 w 5973722"/>
              <a:gd name="connsiteY20" fmla="*/ 2843130 h 4689311"/>
              <a:gd name="connsiteX21" fmla="*/ 5329515 w 5973722"/>
              <a:gd name="connsiteY21" fmla="*/ 3458524 h 4689311"/>
              <a:gd name="connsiteX22" fmla="*/ 5944908 w 5973722"/>
              <a:gd name="connsiteY22" fmla="*/ 4073917 h 4689311"/>
              <a:gd name="connsiteX23" fmla="*/ 5944908 w 5973722"/>
              <a:gd name="connsiteY23" fmla="*/ 4689311 h 4689311"/>
              <a:gd name="connsiteX24" fmla="*/ 4714122 w 5973722"/>
              <a:gd name="connsiteY24" fmla="*/ 3458524 h 4689311"/>
              <a:gd name="connsiteX25" fmla="*/ 5944908 w 5973722"/>
              <a:gd name="connsiteY25" fmla="*/ 2227737 h 4689311"/>
              <a:gd name="connsiteX26" fmla="*/ 4089272 w 5973722"/>
              <a:gd name="connsiteY26" fmla="*/ 2074425 h 4689311"/>
              <a:gd name="connsiteX27" fmla="*/ 4345286 w 5973722"/>
              <a:gd name="connsiteY27" fmla="*/ 2330439 h 4689311"/>
              <a:gd name="connsiteX28" fmla="*/ 4089272 w 5973722"/>
              <a:gd name="connsiteY28" fmla="*/ 2586453 h 4689311"/>
              <a:gd name="connsiteX29" fmla="*/ 3833258 w 5973722"/>
              <a:gd name="connsiteY29" fmla="*/ 2330439 h 4689311"/>
              <a:gd name="connsiteX30" fmla="*/ 4089272 w 5973722"/>
              <a:gd name="connsiteY30" fmla="*/ 2074425 h 4689311"/>
              <a:gd name="connsiteX31" fmla="*/ 4501696 w 5973722"/>
              <a:gd name="connsiteY31" fmla="*/ 1853200 h 4689311"/>
              <a:gd name="connsiteX32" fmla="*/ 4616408 w 5973722"/>
              <a:gd name="connsiteY32" fmla="*/ 1967910 h 4689311"/>
              <a:gd name="connsiteX33" fmla="*/ 4501696 w 5973722"/>
              <a:gd name="connsiteY33" fmla="*/ 2082621 h 4689311"/>
              <a:gd name="connsiteX34" fmla="*/ 4386986 w 5973722"/>
              <a:gd name="connsiteY34" fmla="*/ 1967910 h 4689311"/>
              <a:gd name="connsiteX35" fmla="*/ 4501696 w 5973722"/>
              <a:gd name="connsiteY35" fmla="*/ 1853200 h 4689311"/>
              <a:gd name="connsiteX36" fmla="*/ 4089273 w 5973722"/>
              <a:gd name="connsiteY36" fmla="*/ 1508623 h 4689311"/>
              <a:gd name="connsiteX37" fmla="*/ 4089274 w 5973722"/>
              <a:gd name="connsiteY37" fmla="*/ 1919531 h 4689311"/>
              <a:gd name="connsiteX38" fmla="*/ 3678367 w 5973722"/>
              <a:gd name="connsiteY38" fmla="*/ 2330206 h 4689311"/>
              <a:gd name="connsiteX39" fmla="*/ 4088810 w 5973722"/>
              <a:gd name="connsiteY39" fmla="*/ 2741346 h 4689311"/>
              <a:gd name="connsiteX40" fmla="*/ 4500182 w 5973722"/>
              <a:gd name="connsiteY40" fmla="*/ 2331135 h 4689311"/>
              <a:gd name="connsiteX41" fmla="*/ 4911088 w 5973722"/>
              <a:gd name="connsiteY41" fmla="*/ 2331834 h 4689311"/>
              <a:gd name="connsiteX42" fmla="*/ 4088343 w 5973722"/>
              <a:gd name="connsiteY42" fmla="*/ 3152256 h 4689311"/>
              <a:gd name="connsiteX43" fmla="*/ 3267457 w 5973722"/>
              <a:gd name="connsiteY43" fmla="*/ 2329975 h 4689311"/>
              <a:gd name="connsiteX44" fmla="*/ 4089273 w 5973722"/>
              <a:gd name="connsiteY44" fmla="*/ 1508623 h 4689311"/>
              <a:gd name="connsiteX45" fmla="*/ 2288111 w 5973722"/>
              <a:gd name="connsiteY45" fmla="*/ 1508623 h 4689311"/>
              <a:gd name="connsiteX46" fmla="*/ 3109928 w 5973722"/>
              <a:gd name="connsiteY46" fmla="*/ 2330439 h 4689311"/>
              <a:gd name="connsiteX47" fmla="*/ 2288111 w 5973722"/>
              <a:gd name="connsiteY47" fmla="*/ 3152256 h 4689311"/>
              <a:gd name="connsiteX48" fmla="*/ 1466295 w 5973722"/>
              <a:gd name="connsiteY48" fmla="*/ 2330439 h 4689311"/>
              <a:gd name="connsiteX49" fmla="*/ 2288111 w 5973722"/>
              <a:gd name="connsiteY49" fmla="*/ 1508623 h 4689311"/>
              <a:gd name="connsiteX50" fmla="*/ 3117246 w 5973722"/>
              <a:gd name="connsiteY50" fmla="*/ 1225092 h 4689311"/>
              <a:gd name="connsiteX51" fmla="*/ 3311423 w 5973722"/>
              <a:gd name="connsiteY51" fmla="*/ 1419269 h 4689311"/>
              <a:gd name="connsiteX52" fmla="*/ 3117246 w 5973722"/>
              <a:gd name="connsiteY52" fmla="*/ 1613447 h 4689311"/>
              <a:gd name="connsiteX53" fmla="*/ 2923069 w 5973722"/>
              <a:gd name="connsiteY53" fmla="*/ 1419269 h 4689311"/>
              <a:gd name="connsiteX54" fmla="*/ 3117246 w 5973722"/>
              <a:gd name="connsiteY54" fmla="*/ 1225092 h 4689311"/>
              <a:gd name="connsiteX55" fmla="*/ 5096164 w 5973722"/>
              <a:gd name="connsiteY55" fmla="*/ 498968 h 4689311"/>
              <a:gd name="connsiteX56" fmla="*/ 5960439 w 5973722"/>
              <a:gd name="connsiteY56" fmla="*/ 883012 h 4689311"/>
              <a:gd name="connsiteX57" fmla="*/ 5960439 w 5973722"/>
              <a:gd name="connsiteY57" fmla="*/ 2047539 h 4689311"/>
              <a:gd name="connsiteX58" fmla="*/ 4231890 w 5973722"/>
              <a:gd name="connsiteY58" fmla="*/ 1279449 h 4689311"/>
              <a:gd name="connsiteX59" fmla="*/ 5201242 w 5973722"/>
              <a:gd name="connsiteY59" fmla="*/ 1387 h 4689311"/>
              <a:gd name="connsiteX60" fmla="*/ 5957908 w 5973722"/>
              <a:gd name="connsiteY60" fmla="*/ 1387 h 4689311"/>
              <a:gd name="connsiteX61" fmla="*/ 5957908 w 5973722"/>
              <a:gd name="connsiteY61" fmla="*/ 1388 h 4689311"/>
              <a:gd name="connsiteX62" fmla="*/ 5579574 w 5973722"/>
              <a:gd name="connsiteY62" fmla="*/ 379721 h 4689311"/>
              <a:gd name="connsiteX63" fmla="*/ 5201242 w 5973722"/>
              <a:gd name="connsiteY63" fmla="*/ 1388 h 4689311"/>
              <a:gd name="connsiteX64" fmla="*/ 2329053 w 5973722"/>
              <a:gd name="connsiteY64" fmla="*/ 1386 h 4689311"/>
              <a:gd name="connsiteX65" fmla="*/ 2329053 w 5973722"/>
              <a:gd name="connsiteY65" fmla="*/ 1165914 h 4689311"/>
              <a:gd name="connsiteX66" fmla="*/ 1164527 w 5973722"/>
              <a:gd name="connsiteY66" fmla="*/ 2330440 h 4689311"/>
              <a:gd name="connsiteX67" fmla="*/ 2329053 w 5973722"/>
              <a:gd name="connsiteY67" fmla="*/ 3494967 h 4689311"/>
              <a:gd name="connsiteX68" fmla="*/ 2329053 w 5973722"/>
              <a:gd name="connsiteY68" fmla="*/ 4659493 h 4689311"/>
              <a:gd name="connsiteX69" fmla="*/ 0 w 5973722"/>
              <a:gd name="connsiteY69" fmla="*/ 2330439 h 4689311"/>
              <a:gd name="connsiteX70" fmla="*/ 2329053 w 5973722"/>
              <a:gd name="connsiteY70" fmla="*/ 1386 h 4689311"/>
              <a:gd name="connsiteX71" fmla="*/ 2517588 w 5973722"/>
              <a:gd name="connsiteY71" fmla="*/ 0 h 4689311"/>
              <a:gd name="connsiteX72" fmla="*/ 3651093 w 5973722"/>
              <a:gd name="connsiteY72" fmla="*/ 0 h 4689311"/>
              <a:gd name="connsiteX73" fmla="*/ 4784598 w 5973722"/>
              <a:gd name="connsiteY73" fmla="*/ 0 h 4689311"/>
              <a:gd name="connsiteX74" fmla="*/ 3651093 w 5973722"/>
              <a:gd name="connsiteY74" fmla="*/ 1133505 h 4689311"/>
              <a:gd name="connsiteX75" fmla="*/ 2517588 w 5973722"/>
              <a:gd name="connsiteY75" fmla="*/ 0 h 4689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5973722" h="4689311">
                <a:moveTo>
                  <a:pt x="3651093" y="3525988"/>
                </a:moveTo>
                <a:cubicBezTo>
                  <a:pt x="4277112" y="3525988"/>
                  <a:pt x="4784598" y="4033475"/>
                  <a:pt x="4784598" y="4659493"/>
                </a:cubicBezTo>
                <a:lnTo>
                  <a:pt x="3651093" y="4659493"/>
                </a:lnTo>
                <a:lnTo>
                  <a:pt x="2517588" y="4659493"/>
                </a:lnTo>
                <a:cubicBezTo>
                  <a:pt x="2517588" y="4033475"/>
                  <a:pt x="3025077" y="3525988"/>
                  <a:pt x="3651093" y="3525988"/>
                </a:cubicBezTo>
                <a:close/>
                <a:moveTo>
                  <a:pt x="4380042" y="3345789"/>
                </a:moveTo>
                <a:cubicBezTo>
                  <a:pt x="4443395" y="3345789"/>
                  <a:pt x="4494753" y="3397147"/>
                  <a:pt x="4494753" y="3460500"/>
                </a:cubicBezTo>
                <a:cubicBezTo>
                  <a:pt x="4494753" y="3523853"/>
                  <a:pt x="4443395" y="3575211"/>
                  <a:pt x="4380042" y="3575211"/>
                </a:cubicBezTo>
                <a:cubicBezTo>
                  <a:pt x="4316689" y="3575211"/>
                  <a:pt x="4265332" y="3523853"/>
                  <a:pt x="4265332" y="3460500"/>
                </a:cubicBezTo>
                <a:cubicBezTo>
                  <a:pt x="4265332" y="3397147"/>
                  <a:pt x="4316689" y="3345789"/>
                  <a:pt x="4380042" y="3345789"/>
                </a:cubicBezTo>
                <a:close/>
                <a:moveTo>
                  <a:pt x="5973722" y="3109006"/>
                </a:moveTo>
                <a:lnTo>
                  <a:pt x="5973722" y="3865672"/>
                </a:lnTo>
                <a:cubicBezTo>
                  <a:pt x="5764776" y="3865672"/>
                  <a:pt x="5595388" y="3696286"/>
                  <a:pt x="5595388" y="3487339"/>
                </a:cubicBezTo>
                <a:cubicBezTo>
                  <a:pt x="5595388" y="3278392"/>
                  <a:pt x="5764776" y="3109006"/>
                  <a:pt x="5973722" y="3109006"/>
                </a:cubicBezTo>
                <a:close/>
                <a:moveTo>
                  <a:pt x="3117246" y="3031982"/>
                </a:moveTo>
                <a:cubicBezTo>
                  <a:pt x="3224486" y="3031982"/>
                  <a:pt x="3311423" y="3118918"/>
                  <a:pt x="3311423" y="3226159"/>
                </a:cubicBezTo>
                <a:cubicBezTo>
                  <a:pt x="3311423" y="3333399"/>
                  <a:pt x="3224486" y="3420336"/>
                  <a:pt x="3117246" y="3420336"/>
                </a:cubicBezTo>
                <a:cubicBezTo>
                  <a:pt x="3010005" y="3420336"/>
                  <a:pt x="2923069" y="3333399"/>
                  <a:pt x="2923069" y="3226159"/>
                </a:cubicBezTo>
                <a:cubicBezTo>
                  <a:pt x="2923069" y="3118918"/>
                  <a:pt x="3010005" y="3031982"/>
                  <a:pt x="3117246" y="3031982"/>
                </a:cubicBezTo>
                <a:close/>
                <a:moveTo>
                  <a:pt x="5944908" y="2227737"/>
                </a:moveTo>
                <a:lnTo>
                  <a:pt x="5944908" y="2843130"/>
                </a:lnTo>
                <a:cubicBezTo>
                  <a:pt x="5605036" y="2843130"/>
                  <a:pt x="5329515" y="3118652"/>
                  <a:pt x="5329515" y="3458524"/>
                </a:cubicBezTo>
                <a:cubicBezTo>
                  <a:pt x="5329515" y="3798396"/>
                  <a:pt x="5605036" y="4073917"/>
                  <a:pt x="5944908" y="4073917"/>
                </a:cubicBezTo>
                <a:lnTo>
                  <a:pt x="5944908" y="4689311"/>
                </a:lnTo>
                <a:cubicBezTo>
                  <a:pt x="5265164" y="4689311"/>
                  <a:pt x="4714122" y="4138269"/>
                  <a:pt x="4714122" y="3458524"/>
                </a:cubicBezTo>
                <a:cubicBezTo>
                  <a:pt x="4714122" y="2778779"/>
                  <a:pt x="5265164" y="2227737"/>
                  <a:pt x="5944908" y="2227737"/>
                </a:cubicBezTo>
                <a:close/>
                <a:moveTo>
                  <a:pt x="4089272" y="2074425"/>
                </a:moveTo>
                <a:cubicBezTo>
                  <a:pt x="4230664" y="2074425"/>
                  <a:pt x="4345286" y="2189047"/>
                  <a:pt x="4345286" y="2330439"/>
                </a:cubicBezTo>
                <a:cubicBezTo>
                  <a:pt x="4345286" y="2471831"/>
                  <a:pt x="4230664" y="2586453"/>
                  <a:pt x="4089272" y="2586453"/>
                </a:cubicBezTo>
                <a:cubicBezTo>
                  <a:pt x="3947880" y="2586453"/>
                  <a:pt x="3833258" y="2471831"/>
                  <a:pt x="3833258" y="2330439"/>
                </a:cubicBezTo>
                <a:cubicBezTo>
                  <a:pt x="3833258" y="2189047"/>
                  <a:pt x="3947880" y="2074425"/>
                  <a:pt x="4089272" y="2074425"/>
                </a:cubicBezTo>
                <a:close/>
                <a:moveTo>
                  <a:pt x="4501696" y="1853200"/>
                </a:moveTo>
                <a:cubicBezTo>
                  <a:pt x="4565050" y="1853200"/>
                  <a:pt x="4616408" y="1904558"/>
                  <a:pt x="4616408" y="1967910"/>
                </a:cubicBezTo>
                <a:cubicBezTo>
                  <a:pt x="4616408" y="2031263"/>
                  <a:pt x="4565050" y="2082621"/>
                  <a:pt x="4501696" y="2082621"/>
                </a:cubicBezTo>
                <a:cubicBezTo>
                  <a:pt x="4438344" y="2082621"/>
                  <a:pt x="4386986" y="2031263"/>
                  <a:pt x="4386986" y="1967910"/>
                </a:cubicBezTo>
                <a:cubicBezTo>
                  <a:pt x="4386986" y="1904558"/>
                  <a:pt x="4438344" y="1853200"/>
                  <a:pt x="4501696" y="1853200"/>
                </a:cubicBezTo>
                <a:close/>
                <a:moveTo>
                  <a:pt x="4089273" y="1508623"/>
                </a:moveTo>
                <a:lnTo>
                  <a:pt x="4089274" y="1919531"/>
                </a:lnTo>
                <a:cubicBezTo>
                  <a:pt x="3862427" y="1919531"/>
                  <a:pt x="3678496" y="2103359"/>
                  <a:pt x="3678367" y="2330206"/>
                </a:cubicBezTo>
                <a:cubicBezTo>
                  <a:pt x="3678238" y="2557054"/>
                  <a:pt x="3861962" y="2741089"/>
                  <a:pt x="4088810" y="2741346"/>
                </a:cubicBezTo>
                <a:cubicBezTo>
                  <a:pt x="4315658" y="2741602"/>
                  <a:pt x="4499797" y="2557983"/>
                  <a:pt x="4500182" y="2331135"/>
                </a:cubicBezTo>
                <a:lnTo>
                  <a:pt x="4911088" y="2331834"/>
                </a:lnTo>
                <a:cubicBezTo>
                  <a:pt x="4910318" y="2785528"/>
                  <a:pt x="4542039" y="3152768"/>
                  <a:pt x="4088343" y="3152256"/>
                </a:cubicBezTo>
                <a:cubicBezTo>
                  <a:pt x="3634648" y="3151743"/>
                  <a:pt x="3267200" y="2783669"/>
                  <a:pt x="3267457" y="2329975"/>
                </a:cubicBezTo>
                <a:cubicBezTo>
                  <a:pt x="3267713" y="1876280"/>
                  <a:pt x="3635578" y="1508623"/>
                  <a:pt x="4089273" y="1508623"/>
                </a:cubicBezTo>
                <a:close/>
                <a:moveTo>
                  <a:pt x="2288111" y="1508623"/>
                </a:moveTo>
                <a:cubicBezTo>
                  <a:pt x="2741988" y="1508623"/>
                  <a:pt x="3109928" y="1876562"/>
                  <a:pt x="3109928" y="2330439"/>
                </a:cubicBezTo>
                <a:cubicBezTo>
                  <a:pt x="3109928" y="2784316"/>
                  <a:pt x="2741988" y="3152256"/>
                  <a:pt x="2288111" y="3152256"/>
                </a:cubicBezTo>
                <a:cubicBezTo>
                  <a:pt x="1834234" y="3152256"/>
                  <a:pt x="1466295" y="2784316"/>
                  <a:pt x="1466295" y="2330439"/>
                </a:cubicBezTo>
                <a:cubicBezTo>
                  <a:pt x="1466295" y="1876562"/>
                  <a:pt x="1834234" y="1508623"/>
                  <a:pt x="2288111" y="1508623"/>
                </a:cubicBezTo>
                <a:close/>
                <a:moveTo>
                  <a:pt x="3117246" y="1225092"/>
                </a:moveTo>
                <a:cubicBezTo>
                  <a:pt x="3224486" y="1225092"/>
                  <a:pt x="3311423" y="1312029"/>
                  <a:pt x="3311423" y="1419269"/>
                </a:cubicBezTo>
                <a:cubicBezTo>
                  <a:pt x="3311423" y="1526510"/>
                  <a:pt x="3224486" y="1613447"/>
                  <a:pt x="3117246" y="1613447"/>
                </a:cubicBezTo>
                <a:cubicBezTo>
                  <a:pt x="3010005" y="1613447"/>
                  <a:pt x="2923069" y="1526510"/>
                  <a:pt x="2923069" y="1419269"/>
                </a:cubicBezTo>
                <a:cubicBezTo>
                  <a:pt x="2923069" y="1312029"/>
                  <a:pt x="3010005" y="1225092"/>
                  <a:pt x="3117246" y="1225092"/>
                </a:cubicBezTo>
                <a:close/>
                <a:moveTo>
                  <a:pt x="5096164" y="498968"/>
                </a:moveTo>
                <a:cubicBezTo>
                  <a:pt x="5316964" y="743471"/>
                  <a:pt x="5630994" y="883012"/>
                  <a:pt x="5960439" y="883012"/>
                </a:cubicBezTo>
                <a:lnTo>
                  <a:pt x="5960439" y="2047539"/>
                </a:lnTo>
                <a:cubicBezTo>
                  <a:pt x="5301548" y="2047539"/>
                  <a:pt x="4673488" y="1768457"/>
                  <a:pt x="4231890" y="1279449"/>
                </a:cubicBezTo>
                <a:close/>
                <a:moveTo>
                  <a:pt x="5201242" y="1387"/>
                </a:moveTo>
                <a:lnTo>
                  <a:pt x="5957908" y="1387"/>
                </a:lnTo>
                <a:lnTo>
                  <a:pt x="5957908" y="1388"/>
                </a:lnTo>
                <a:cubicBezTo>
                  <a:pt x="5957908" y="210335"/>
                  <a:pt x="5788522" y="379721"/>
                  <a:pt x="5579574" y="379721"/>
                </a:cubicBezTo>
                <a:cubicBezTo>
                  <a:pt x="5370628" y="379721"/>
                  <a:pt x="5201242" y="210335"/>
                  <a:pt x="5201242" y="1388"/>
                </a:cubicBezTo>
                <a:close/>
                <a:moveTo>
                  <a:pt x="2329053" y="1386"/>
                </a:moveTo>
                <a:lnTo>
                  <a:pt x="2329053" y="1165914"/>
                </a:lnTo>
                <a:cubicBezTo>
                  <a:pt x="1685903" y="1165914"/>
                  <a:pt x="1164527" y="1687289"/>
                  <a:pt x="1164527" y="2330440"/>
                </a:cubicBezTo>
                <a:cubicBezTo>
                  <a:pt x="1164527" y="2973591"/>
                  <a:pt x="1685903" y="3494967"/>
                  <a:pt x="2329053" y="3494967"/>
                </a:cubicBezTo>
                <a:lnTo>
                  <a:pt x="2329053" y="4659493"/>
                </a:lnTo>
                <a:cubicBezTo>
                  <a:pt x="1042753" y="4659493"/>
                  <a:pt x="0" y="3616740"/>
                  <a:pt x="0" y="2330439"/>
                </a:cubicBezTo>
                <a:cubicBezTo>
                  <a:pt x="0" y="1044139"/>
                  <a:pt x="1042753" y="1386"/>
                  <a:pt x="2329053" y="1386"/>
                </a:cubicBezTo>
                <a:close/>
                <a:moveTo>
                  <a:pt x="2517588" y="0"/>
                </a:moveTo>
                <a:lnTo>
                  <a:pt x="3651093" y="0"/>
                </a:lnTo>
                <a:lnTo>
                  <a:pt x="4784598" y="0"/>
                </a:lnTo>
                <a:cubicBezTo>
                  <a:pt x="4784598" y="626018"/>
                  <a:pt x="4277112" y="1133505"/>
                  <a:pt x="3651093" y="1133505"/>
                </a:cubicBezTo>
                <a:cubicBezTo>
                  <a:pt x="3025077" y="1133505"/>
                  <a:pt x="2517588" y="626018"/>
                  <a:pt x="2517588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US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089821" y="6404293"/>
            <a:ext cx="263980" cy="269239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2pPr>
      <a:lvl3pPr marL="1234440" marR="0" indent="-32004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5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4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6.png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4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5" Type="http://schemas.openxmlformats.org/officeDocument/2006/relationships/image" Target="../media/image7.jpeg"/><Relationship Id="rId4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5" Type="http://schemas.openxmlformats.org/officeDocument/2006/relationships/image" Target="../media/image8.jpeg"/><Relationship Id="rId4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5" Type="http://schemas.openxmlformats.org/officeDocument/2006/relationships/image" Target="../media/image9.jpeg"/><Relationship Id="rId4" Type="http://schemas.openxmlformats.org/officeDocument/2006/relationships/notesSlide" Target="../notesSlides/notesSlid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5" Type="http://schemas.openxmlformats.org/officeDocument/2006/relationships/image" Target="../media/image10.jpeg"/><Relationship Id="rId4" Type="http://schemas.openxmlformats.org/officeDocument/2006/relationships/notesSlide" Target="../notesSlides/notesSlid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5" Type="http://schemas.openxmlformats.org/officeDocument/2006/relationships/image" Target="../media/image11.jpeg"/><Relationship Id="rId4" Type="http://schemas.openxmlformats.org/officeDocument/2006/relationships/notesSlide" Target="../notesSlides/notesSlid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5" Type="http://schemas.openxmlformats.org/officeDocument/2006/relationships/image" Target="../media/image12.jpeg"/><Relationship Id="rId4" Type="http://schemas.openxmlformats.org/officeDocument/2006/relationships/notesSlide" Target="../notesSlides/notesSlid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5" Type="http://schemas.openxmlformats.org/officeDocument/2006/relationships/image" Target="../media/image13.jpeg"/><Relationship Id="rId4" Type="http://schemas.openxmlformats.org/officeDocument/2006/relationships/notesSlide" Target="../notesSlides/notesSlid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5" Type="http://schemas.openxmlformats.org/officeDocument/2006/relationships/image" Target="../media/image14.jpeg"/><Relationship Id="rId4" Type="http://schemas.openxmlformats.org/officeDocument/2006/relationships/notesSlide" Target="../notesSlides/notesSlide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5" Type="http://schemas.openxmlformats.org/officeDocument/2006/relationships/image" Target="../media/image15.jpeg"/><Relationship Id="rId4" Type="http://schemas.openxmlformats.org/officeDocument/2006/relationships/notesSlide" Target="../notesSlides/notesSlide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5" Type="http://schemas.openxmlformats.org/officeDocument/2006/relationships/image" Target="../media/image16.jpeg"/><Relationship Id="rId4" Type="http://schemas.openxmlformats.org/officeDocument/2006/relationships/notesSlide" Target="../notesSlides/notesSlide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5" Type="http://schemas.openxmlformats.org/officeDocument/2006/relationships/image" Target="../media/image17.jpeg"/><Relationship Id="rId4" Type="http://schemas.openxmlformats.org/officeDocument/2006/relationships/notesSlide" Target="../notesSlides/notesSlide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1" name="直接连接符 90"/>
          <p:cNvCxnSpPr/>
          <p:nvPr/>
        </p:nvCxnSpPr>
        <p:spPr>
          <a:xfrm>
            <a:off x="607060" y="511810"/>
            <a:ext cx="11584940" cy="254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85" y="94615"/>
            <a:ext cx="447040" cy="4197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650240" y="177165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/>
              <a:t>原始结构图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42" b="7490"/>
          <a:stretch/>
        </p:blipFill>
        <p:spPr>
          <a:xfrm>
            <a:off x="2495550" y="603504"/>
            <a:ext cx="7610475" cy="61422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 advTm="0">
        <p14:pan dir="u"/>
      </p:transition>
    </mc:Choice>
    <mc:Fallback xmlns="">
      <p:transition spd="slow" advClick="0" advTm="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1" name="直接连接符 90"/>
          <p:cNvCxnSpPr/>
          <p:nvPr/>
        </p:nvCxnSpPr>
        <p:spPr>
          <a:xfrm>
            <a:off x="607060" y="511810"/>
            <a:ext cx="11584940" cy="254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85" y="94615"/>
            <a:ext cx="447040" cy="4197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650240" y="177165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/>
              <a:t>平面布置图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7" b="5025"/>
          <a:stretch/>
        </p:blipFill>
        <p:spPr>
          <a:xfrm>
            <a:off x="2697480" y="620268"/>
            <a:ext cx="6440443" cy="60901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 advTm="0">
        <p14:pan dir="u"/>
      </p:transition>
    </mc:Choice>
    <mc:Fallback xmlns="">
      <p:transition spd="slow" advClick="0" advTm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1" name="直接连接符 90"/>
          <p:cNvCxnSpPr/>
          <p:nvPr/>
        </p:nvCxnSpPr>
        <p:spPr>
          <a:xfrm>
            <a:off x="607060" y="511810"/>
            <a:ext cx="11584940" cy="254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885" y="94615"/>
            <a:ext cx="447040" cy="4197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650240" y="177165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男业主色彩数据分析</a:t>
            </a:r>
          </a:p>
        </p:txBody>
      </p:sp>
      <p:pic>
        <p:nvPicPr>
          <p:cNvPr id="92" name="图片 91" descr="QQ图片2017110419043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3725525" y="511810"/>
            <a:ext cx="6842125" cy="6525260"/>
          </a:xfrm>
          <a:prstGeom prst="rect">
            <a:avLst/>
          </a:prstGeom>
        </p:spPr>
      </p:pic>
      <p:sp>
        <p:nvSpPr>
          <p:cNvPr id="48" name="椭圆 90"/>
          <p:cNvSpPr/>
          <p:nvPr>
            <p:custDataLst>
              <p:tags r:id="rId2"/>
            </p:custDataLst>
          </p:nvPr>
        </p:nvSpPr>
        <p:spPr>
          <a:xfrm>
            <a:off x="5364602" y="5158884"/>
            <a:ext cx="329567" cy="329567"/>
          </a:xfrm>
          <a:prstGeom prst="ellipse">
            <a:avLst/>
          </a:prstGeom>
          <a:solidFill>
            <a:srgbClr val="A1637A"/>
          </a:solidFill>
          <a:ln w="12700">
            <a:noFill/>
            <a:miter lim="400000"/>
          </a:ln>
        </p:spPr>
        <p:txBody>
          <a:bodyPr lIns="45719" rIns="45719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A78BC11B-B13B-D104-42C9-EA3D3BB94F9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08"/>
          <a:stretch/>
        </p:blipFill>
        <p:spPr>
          <a:xfrm>
            <a:off x="227416" y="806319"/>
            <a:ext cx="6234930" cy="59570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 advTm="0">
        <p14:pan dir="u"/>
      </p:transition>
    </mc:Choice>
    <mc:Fallback xmlns="">
      <p:transition spd="slow" advClick="0" advTm="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BF4E5-75CE-B52C-5A0D-D4A035603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1" name="直接连接符 90">
            <a:extLst>
              <a:ext uri="{FF2B5EF4-FFF2-40B4-BE49-F238E27FC236}">
                <a16:creationId xmlns:a16="http://schemas.microsoft.com/office/drawing/2014/main" id="{8A5862B5-DB05-3E73-9A3C-E842009D59C9}"/>
              </a:ext>
            </a:extLst>
          </p:cNvPr>
          <p:cNvCxnSpPr/>
          <p:nvPr/>
        </p:nvCxnSpPr>
        <p:spPr>
          <a:xfrm>
            <a:off x="607060" y="511810"/>
            <a:ext cx="11584940" cy="254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" name="图片 5">
            <a:extLst>
              <a:ext uri="{FF2B5EF4-FFF2-40B4-BE49-F238E27FC236}">
                <a16:creationId xmlns:a16="http://schemas.microsoft.com/office/drawing/2014/main" id="{89B75955-F9A1-4514-94C4-A94DB39069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885" y="94615"/>
            <a:ext cx="447040" cy="41973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396C9CE8-293B-5924-48B5-A6A5BBF67CAB}"/>
              </a:ext>
            </a:extLst>
          </p:cNvPr>
          <p:cNvSpPr txBox="1"/>
          <p:nvPr/>
        </p:nvSpPr>
        <p:spPr>
          <a:xfrm>
            <a:off x="650240" y="177165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男业主色彩数据分析</a:t>
            </a:r>
          </a:p>
        </p:txBody>
      </p:sp>
      <p:pic>
        <p:nvPicPr>
          <p:cNvPr id="92" name="图片 91" descr="QQ图片20171104190438">
            <a:extLst>
              <a:ext uri="{FF2B5EF4-FFF2-40B4-BE49-F238E27FC236}">
                <a16:creationId xmlns:a16="http://schemas.microsoft.com/office/drawing/2014/main" id="{33FBFA80-F075-761C-1082-EB89545197B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3725525" y="511810"/>
            <a:ext cx="6842125" cy="6525260"/>
          </a:xfrm>
          <a:prstGeom prst="rect">
            <a:avLst/>
          </a:prstGeom>
        </p:spPr>
      </p:pic>
      <p:sp>
        <p:nvSpPr>
          <p:cNvPr id="48" name="椭圆 90">
            <a:extLst>
              <a:ext uri="{FF2B5EF4-FFF2-40B4-BE49-F238E27FC236}">
                <a16:creationId xmlns:a16="http://schemas.microsoft.com/office/drawing/2014/main" id="{0FF3D890-E3A1-72AB-6C35-A87588194F9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364602" y="5158884"/>
            <a:ext cx="329567" cy="329567"/>
          </a:xfrm>
          <a:prstGeom prst="ellipse">
            <a:avLst/>
          </a:prstGeom>
          <a:solidFill>
            <a:srgbClr val="A1637A"/>
          </a:solidFill>
          <a:ln w="12700">
            <a:noFill/>
            <a:miter lim="400000"/>
          </a:ln>
        </p:spPr>
        <p:txBody>
          <a:bodyPr lIns="45719" rIns="45719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CFA4CCB4-4B5E-4C3A-51F2-A67C675B31F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2" t="5732" r="1992" b="1860"/>
          <a:stretch/>
        </p:blipFill>
        <p:spPr>
          <a:xfrm>
            <a:off x="351591" y="792277"/>
            <a:ext cx="6118101" cy="5843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118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 advTm="0">
        <p14:pan dir="u"/>
      </p:transition>
    </mc:Choice>
    <mc:Fallback xmlns="">
      <p:transition spd="slow" advClick="0" advTm="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1271416" y="3428941"/>
            <a:ext cx="389557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>
                <a:solidFill>
                  <a:srgbClr val="06070D"/>
                </a:solidFill>
                <a:latin typeface="微软雅黑" panose="020B0503020204020204" charset="-122"/>
                <a:ea typeface="微软雅黑" panose="020B0503020204020204" charset="-122"/>
              </a:rPr>
              <a:t>效果图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E7010-60F2-F3AD-06E7-F2077D1D0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BCA4867C-D417-E937-8E85-93C7741B912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1710"/>
            <a:ext cx="11404079" cy="570204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B8041C1C-CC4A-CAD1-C954-4A253CE392B2}"/>
              </a:ext>
            </a:extLst>
          </p:cNvPr>
          <p:cNvSpPr/>
          <p:nvPr/>
        </p:nvSpPr>
        <p:spPr>
          <a:xfrm>
            <a:off x="618490" y="6560820"/>
            <a:ext cx="845820" cy="297180"/>
          </a:xfrm>
          <a:prstGeom prst="rect">
            <a:avLst/>
          </a:prstGeom>
          <a:solidFill>
            <a:srgbClr val="E8B62A"/>
          </a:solidFill>
          <a:ln>
            <a:solidFill>
              <a:srgbClr val="E8B6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1" name="直接连接符 76">
            <a:extLst>
              <a:ext uri="{FF2B5EF4-FFF2-40B4-BE49-F238E27FC236}">
                <a16:creationId xmlns:a16="http://schemas.microsoft.com/office/drawing/2014/main" id="{4649A3E2-DEE2-6D27-B77E-380CE19A5C9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-16840" y="6218652"/>
            <a:ext cx="12201526" cy="1"/>
          </a:xfrm>
          <a:prstGeom prst="line">
            <a:avLst/>
          </a:prstGeom>
          <a:ln w="6350">
            <a:solidFill>
              <a:srgbClr val="808080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72" name="直接连接符 76">
            <a:extLst>
              <a:ext uri="{FF2B5EF4-FFF2-40B4-BE49-F238E27FC236}">
                <a16:creationId xmlns:a16="http://schemas.microsoft.com/office/drawing/2014/main" id="{B569664B-5F82-FD4A-1DB5-3509400AD45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494532"/>
            <a:ext cx="12201525" cy="1"/>
          </a:xfrm>
          <a:prstGeom prst="line">
            <a:avLst/>
          </a:prstGeom>
          <a:ln w="6350">
            <a:solidFill>
              <a:srgbClr val="808080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3F7C428-AFE3-01B1-2B22-D60E2CB2A2F0}"/>
              </a:ext>
            </a:extLst>
          </p:cNvPr>
          <p:cNvSpPr txBox="1"/>
          <p:nvPr/>
        </p:nvSpPr>
        <p:spPr>
          <a:xfrm rot="10800000" flipV="1">
            <a:off x="60960" y="56793"/>
            <a:ext cx="1449705" cy="3626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Source Sans Pro" charset="0"/>
                <a:sym typeface="+mn-ea"/>
              </a:rPr>
              <a:t>客厅效果图</a:t>
            </a:r>
          </a:p>
        </p:txBody>
      </p:sp>
    </p:spTree>
    <p:extLst>
      <p:ext uri="{BB962C8B-B14F-4D97-AF65-F5344CB8AC3E}">
        <p14:creationId xmlns:p14="http://schemas.microsoft.com/office/powerpoint/2010/main" val="227260982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2278">
        <p15:prstTrans prst="fracture"/>
      </p:transition>
    </mc:Choice>
    <mc:Fallback xmlns="">
      <p:transition spd="slow" advTm="2278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7B125-14DE-F577-4ECB-0B53FD69A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CB9E6CB2-41CA-78B8-0D64-B6D880BC303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98058" y="511710"/>
            <a:ext cx="9007962" cy="570204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451C347A-F388-5003-1CCA-5B845439AE6D}"/>
              </a:ext>
            </a:extLst>
          </p:cNvPr>
          <p:cNvSpPr/>
          <p:nvPr/>
        </p:nvSpPr>
        <p:spPr>
          <a:xfrm>
            <a:off x="618490" y="6560820"/>
            <a:ext cx="845820" cy="297180"/>
          </a:xfrm>
          <a:prstGeom prst="rect">
            <a:avLst/>
          </a:prstGeom>
          <a:solidFill>
            <a:srgbClr val="E8B62A"/>
          </a:solidFill>
          <a:ln>
            <a:solidFill>
              <a:srgbClr val="E8B6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1" name="直接连接符 76">
            <a:extLst>
              <a:ext uri="{FF2B5EF4-FFF2-40B4-BE49-F238E27FC236}">
                <a16:creationId xmlns:a16="http://schemas.microsoft.com/office/drawing/2014/main" id="{83BA8126-B8E0-C8A4-FB05-12E2302F515A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-16840" y="6218652"/>
            <a:ext cx="12201526" cy="1"/>
          </a:xfrm>
          <a:prstGeom prst="line">
            <a:avLst/>
          </a:prstGeom>
          <a:ln w="6350">
            <a:solidFill>
              <a:srgbClr val="808080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72" name="直接连接符 76">
            <a:extLst>
              <a:ext uri="{FF2B5EF4-FFF2-40B4-BE49-F238E27FC236}">
                <a16:creationId xmlns:a16="http://schemas.microsoft.com/office/drawing/2014/main" id="{ED8EA266-DFEC-3C89-5EF9-A3AA4091956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494532"/>
            <a:ext cx="12201525" cy="1"/>
          </a:xfrm>
          <a:prstGeom prst="line">
            <a:avLst/>
          </a:prstGeom>
          <a:ln w="6350">
            <a:solidFill>
              <a:srgbClr val="808080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3164AF3-2E5A-0007-03C8-3300FCAE0CE7}"/>
              </a:ext>
            </a:extLst>
          </p:cNvPr>
          <p:cNvSpPr txBox="1"/>
          <p:nvPr/>
        </p:nvSpPr>
        <p:spPr>
          <a:xfrm rot="10800000" flipV="1">
            <a:off x="60959" y="56793"/>
            <a:ext cx="1816935" cy="3626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Source Sans Pro" charset="0"/>
                <a:sym typeface="+mn-ea"/>
              </a:rPr>
              <a:t>客厅过道效果图</a:t>
            </a:r>
          </a:p>
        </p:txBody>
      </p:sp>
    </p:spTree>
    <p:extLst>
      <p:ext uri="{BB962C8B-B14F-4D97-AF65-F5344CB8AC3E}">
        <p14:creationId xmlns:p14="http://schemas.microsoft.com/office/powerpoint/2010/main" val="369612192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2278">
        <p15:prstTrans prst="fracture"/>
      </p:transition>
    </mc:Choice>
    <mc:Fallback xmlns="">
      <p:transition spd="slow" advTm="2278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D6D05-4E2B-1DFE-310E-36E118850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28286941-DFF8-B0A9-9998-E8F28205326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94532"/>
            <a:ext cx="11470300" cy="5735151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5136F956-F97E-FCB3-375C-7BA228A2F559}"/>
              </a:ext>
            </a:extLst>
          </p:cNvPr>
          <p:cNvSpPr/>
          <p:nvPr/>
        </p:nvSpPr>
        <p:spPr>
          <a:xfrm>
            <a:off x="618490" y="6560820"/>
            <a:ext cx="845820" cy="297180"/>
          </a:xfrm>
          <a:prstGeom prst="rect">
            <a:avLst/>
          </a:prstGeom>
          <a:solidFill>
            <a:srgbClr val="E8B62A"/>
          </a:solidFill>
          <a:ln>
            <a:solidFill>
              <a:srgbClr val="E8B6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1" name="直接连接符 76">
            <a:extLst>
              <a:ext uri="{FF2B5EF4-FFF2-40B4-BE49-F238E27FC236}">
                <a16:creationId xmlns:a16="http://schemas.microsoft.com/office/drawing/2014/main" id="{45F0305C-B969-AA5D-CEB4-352FB061DBEE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-16840" y="6218652"/>
            <a:ext cx="12201526" cy="1"/>
          </a:xfrm>
          <a:prstGeom prst="line">
            <a:avLst/>
          </a:prstGeom>
          <a:ln w="6350">
            <a:solidFill>
              <a:srgbClr val="808080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72" name="直接连接符 76">
            <a:extLst>
              <a:ext uri="{FF2B5EF4-FFF2-40B4-BE49-F238E27FC236}">
                <a16:creationId xmlns:a16="http://schemas.microsoft.com/office/drawing/2014/main" id="{7D2DD0DC-BA39-5E2A-A2D3-D45AC525C93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494532"/>
            <a:ext cx="12201525" cy="1"/>
          </a:xfrm>
          <a:prstGeom prst="line">
            <a:avLst/>
          </a:prstGeom>
          <a:ln w="6350">
            <a:solidFill>
              <a:srgbClr val="808080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F6DCD50-BF64-F7CC-1DA6-E9F8E71864B6}"/>
              </a:ext>
            </a:extLst>
          </p:cNvPr>
          <p:cNvSpPr txBox="1"/>
          <p:nvPr/>
        </p:nvSpPr>
        <p:spPr>
          <a:xfrm rot="10800000" flipV="1">
            <a:off x="60959" y="56793"/>
            <a:ext cx="1816935" cy="3626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Source Sans Pro" charset="0"/>
                <a:sym typeface="+mn-ea"/>
              </a:rPr>
              <a:t>餐厅效果图</a:t>
            </a:r>
          </a:p>
        </p:txBody>
      </p:sp>
    </p:spTree>
    <p:extLst>
      <p:ext uri="{BB962C8B-B14F-4D97-AF65-F5344CB8AC3E}">
        <p14:creationId xmlns:p14="http://schemas.microsoft.com/office/powerpoint/2010/main" val="16672873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2278">
        <p15:prstTrans prst="fracture"/>
      </p:transition>
    </mc:Choice>
    <mc:Fallback xmlns="">
      <p:transition spd="slow" advTm="2278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77507-8307-EC56-D220-E42C8118C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974BCA45-0235-D161-7C11-D921616AC64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69182" y="511710"/>
            <a:ext cx="8665714" cy="570204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86923C41-D37B-448C-E260-A461565872CB}"/>
              </a:ext>
            </a:extLst>
          </p:cNvPr>
          <p:cNvSpPr/>
          <p:nvPr/>
        </p:nvSpPr>
        <p:spPr>
          <a:xfrm>
            <a:off x="618490" y="6560820"/>
            <a:ext cx="845820" cy="297180"/>
          </a:xfrm>
          <a:prstGeom prst="rect">
            <a:avLst/>
          </a:prstGeom>
          <a:solidFill>
            <a:srgbClr val="E8B62A"/>
          </a:solidFill>
          <a:ln>
            <a:solidFill>
              <a:srgbClr val="E8B6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1" name="直接连接符 76">
            <a:extLst>
              <a:ext uri="{FF2B5EF4-FFF2-40B4-BE49-F238E27FC236}">
                <a16:creationId xmlns:a16="http://schemas.microsoft.com/office/drawing/2014/main" id="{07C95BFD-4FA6-0363-6B1F-89006F8D955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-16840" y="6218652"/>
            <a:ext cx="12201526" cy="1"/>
          </a:xfrm>
          <a:prstGeom prst="line">
            <a:avLst/>
          </a:prstGeom>
          <a:ln w="6350">
            <a:solidFill>
              <a:srgbClr val="808080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72" name="直接连接符 76">
            <a:extLst>
              <a:ext uri="{FF2B5EF4-FFF2-40B4-BE49-F238E27FC236}">
                <a16:creationId xmlns:a16="http://schemas.microsoft.com/office/drawing/2014/main" id="{FC34EFB8-2D41-69E0-AB82-336CDCD27F3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494532"/>
            <a:ext cx="12201525" cy="1"/>
          </a:xfrm>
          <a:prstGeom prst="line">
            <a:avLst/>
          </a:prstGeom>
          <a:ln w="6350">
            <a:solidFill>
              <a:srgbClr val="808080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4AAEB70-7111-11DF-D4BD-41FBF3CAF2CF}"/>
              </a:ext>
            </a:extLst>
          </p:cNvPr>
          <p:cNvSpPr txBox="1"/>
          <p:nvPr/>
        </p:nvSpPr>
        <p:spPr>
          <a:xfrm rot="10800000" flipV="1">
            <a:off x="60960" y="56793"/>
            <a:ext cx="1449705" cy="3626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Source Sans Pro" charset="0"/>
                <a:sym typeface="+mn-ea"/>
              </a:rPr>
              <a:t>餐厅效果图</a:t>
            </a:r>
          </a:p>
        </p:txBody>
      </p:sp>
    </p:spTree>
    <p:extLst>
      <p:ext uri="{BB962C8B-B14F-4D97-AF65-F5344CB8AC3E}">
        <p14:creationId xmlns:p14="http://schemas.microsoft.com/office/powerpoint/2010/main" val="32590763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2278">
        <p15:prstTrans prst="fracture"/>
      </p:transition>
    </mc:Choice>
    <mc:Fallback xmlns="">
      <p:transition spd="slow" advTm="2278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8283A-B2D3-5165-7CE7-EA9E1A0C2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A7C8A879-7604-319E-E564-AA6976B6F73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10904" y="511710"/>
            <a:ext cx="8382271" cy="570204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E96A177C-3AC1-3A02-9FC9-11DA6B8445CE}"/>
              </a:ext>
            </a:extLst>
          </p:cNvPr>
          <p:cNvSpPr/>
          <p:nvPr/>
        </p:nvSpPr>
        <p:spPr>
          <a:xfrm>
            <a:off x="618490" y="6560820"/>
            <a:ext cx="845820" cy="297180"/>
          </a:xfrm>
          <a:prstGeom prst="rect">
            <a:avLst/>
          </a:prstGeom>
          <a:solidFill>
            <a:srgbClr val="E8B62A"/>
          </a:solidFill>
          <a:ln>
            <a:solidFill>
              <a:srgbClr val="E8B6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1" name="直接连接符 76">
            <a:extLst>
              <a:ext uri="{FF2B5EF4-FFF2-40B4-BE49-F238E27FC236}">
                <a16:creationId xmlns:a16="http://schemas.microsoft.com/office/drawing/2014/main" id="{6DFB0D2F-3C9D-5EAE-7886-1E7BC7491BBB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-16840" y="6218652"/>
            <a:ext cx="12201526" cy="1"/>
          </a:xfrm>
          <a:prstGeom prst="line">
            <a:avLst/>
          </a:prstGeom>
          <a:ln w="6350">
            <a:solidFill>
              <a:srgbClr val="808080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72" name="直接连接符 76">
            <a:extLst>
              <a:ext uri="{FF2B5EF4-FFF2-40B4-BE49-F238E27FC236}">
                <a16:creationId xmlns:a16="http://schemas.microsoft.com/office/drawing/2014/main" id="{D72F3122-15CC-9933-87F0-56CC6ADDA0E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494532"/>
            <a:ext cx="12201525" cy="1"/>
          </a:xfrm>
          <a:prstGeom prst="line">
            <a:avLst/>
          </a:prstGeom>
          <a:ln w="6350">
            <a:solidFill>
              <a:srgbClr val="808080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B3C664D-E62C-FF4E-D42C-DEB12A8B3960}"/>
              </a:ext>
            </a:extLst>
          </p:cNvPr>
          <p:cNvSpPr txBox="1"/>
          <p:nvPr/>
        </p:nvSpPr>
        <p:spPr>
          <a:xfrm rot="10800000" flipV="1">
            <a:off x="60960" y="56793"/>
            <a:ext cx="1449705" cy="3626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Source Sans Pro" charset="0"/>
                <a:sym typeface="+mn-ea"/>
              </a:rPr>
              <a:t>书房效果图</a:t>
            </a:r>
          </a:p>
        </p:txBody>
      </p:sp>
    </p:spTree>
    <p:extLst>
      <p:ext uri="{BB962C8B-B14F-4D97-AF65-F5344CB8AC3E}">
        <p14:creationId xmlns:p14="http://schemas.microsoft.com/office/powerpoint/2010/main" val="176300668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2278">
        <p15:prstTrans prst="fracture"/>
      </p:transition>
    </mc:Choice>
    <mc:Fallback xmlns="">
      <p:transition spd="slow" advTm="2278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0001E-FBDB-554A-A2EB-FE1800C2B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5DA9FB10-152E-BB43-3A1D-6BF4478F6A3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94592" y="511710"/>
            <a:ext cx="6614895" cy="570204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200CE6E5-E065-6DD6-C996-3410C5F61480}"/>
              </a:ext>
            </a:extLst>
          </p:cNvPr>
          <p:cNvSpPr/>
          <p:nvPr/>
        </p:nvSpPr>
        <p:spPr>
          <a:xfrm>
            <a:off x="618490" y="6560820"/>
            <a:ext cx="845820" cy="297180"/>
          </a:xfrm>
          <a:prstGeom prst="rect">
            <a:avLst/>
          </a:prstGeom>
          <a:solidFill>
            <a:srgbClr val="E8B62A"/>
          </a:solidFill>
          <a:ln>
            <a:solidFill>
              <a:srgbClr val="E8B6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1" name="直接连接符 76">
            <a:extLst>
              <a:ext uri="{FF2B5EF4-FFF2-40B4-BE49-F238E27FC236}">
                <a16:creationId xmlns:a16="http://schemas.microsoft.com/office/drawing/2014/main" id="{EF817B64-228B-143A-6819-97FD52D9B5BE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-16840" y="6218652"/>
            <a:ext cx="12201526" cy="1"/>
          </a:xfrm>
          <a:prstGeom prst="line">
            <a:avLst/>
          </a:prstGeom>
          <a:ln w="6350">
            <a:solidFill>
              <a:srgbClr val="808080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72" name="直接连接符 76">
            <a:extLst>
              <a:ext uri="{FF2B5EF4-FFF2-40B4-BE49-F238E27FC236}">
                <a16:creationId xmlns:a16="http://schemas.microsoft.com/office/drawing/2014/main" id="{505EC79E-7738-F3F6-EBB0-2F62EA8C122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494532"/>
            <a:ext cx="12201525" cy="1"/>
          </a:xfrm>
          <a:prstGeom prst="line">
            <a:avLst/>
          </a:prstGeom>
          <a:ln w="6350">
            <a:solidFill>
              <a:srgbClr val="808080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83F4F10-4542-0CAA-63FE-C3F6D7BB605D}"/>
              </a:ext>
            </a:extLst>
          </p:cNvPr>
          <p:cNvSpPr txBox="1"/>
          <p:nvPr/>
        </p:nvSpPr>
        <p:spPr>
          <a:xfrm rot="10800000" flipV="1">
            <a:off x="60960" y="56793"/>
            <a:ext cx="1449705" cy="3626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Source Sans Pro" charset="0"/>
                <a:sym typeface="+mn-ea"/>
              </a:rPr>
              <a:t>书房效果图</a:t>
            </a:r>
          </a:p>
        </p:txBody>
      </p:sp>
    </p:spTree>
    <p:extLst>
      <p:ext uri="{BB962C8B-B14F-4D97-AF65-F5344CB8AC3E}">
        <p14:creationId xmlns:p14="http://schemas.microsoft.com/office/powerpoint/2010/main" val="27426849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2278">
        <p15:prstTrans prst="fracture"/>
      </p:transition>
    </mc:Choice>
    <mc:Fallback xmlns="">
      <p:transition spd="slow" advTm="2278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633B6-066B-7F3C-AC13-35EB9A2DD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A5AED0D-EEEC-80DF-7C50-EE9F5F65DA2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3559" y="511710"/>
            <a:ext cx="10136960" cy="570204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A32D92ED-69EE-DFC3-6DB7-6C4A2522707E}"/>
              </a:ext>
            </a:extLst>
          </p:cNvPr>
          <p:cNvSpPr/>
          <p:nvPr/>
        </p:nvSpPr>
        <p:spPr>
          <a:xfrm>
            <a:off x="618490" y="6560820"/>
            <a:ext cx="845820" cy="297180"/>
          </a:xfrm>
          <a:prstGeom prst="rect">
            <a:avLst/>
          </a:prstGeom>
          <a:solidFill>
            <a:srgbClr val="E8B62A"/>
          </a:solidFill>
          <a:ln>
            <a:solidFill>
              <a:srgbClr val="E8B6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1" name="直接连接符 76">
            <a:extLst>
              <a:ext uri="{FF2B5EF4-FFF2-40B4-BE49-F238E27FC236}">
                <a16:creationId xmlns:a16="http://schemas.microsoft.com/office/drawing/2014/main" id="{FF37C4BA-83EF-14C8-AE05-020CEEA7CE94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-16840" y="6218652"/>
            <a:ext cx="12201526" cy="1"/>
          </a:xfrm>
          <a:prstGeom prst="line">
            <a:avLst/>
          </a:prstGeom>
          <a:ln w="6350">
            <a:solidFill>
              <a:srgbClr val="808080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72" name="直接连接符 76">
            <a:extLst>
              <a:ext uri="{FF2B5EF4-FFF2-40B4-BE49-F238E27FC236}">
                <a16:creationId xmlns:a16="http://schemas.microsoft.com/office/drawing/2014/main" id="{4F2B18BA-A64A-70F1-81FF-4A2DE81040F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494532"/>
            <a:ext cx="12201525" cy="1"/>
          </a:xfrm>
          <a:prstGeom prst="line">
            <a:avLst/>
          </a:prstGeom>
          <a:ln w="6350">
            <a:solidFill>
              <a:srgbClr val="808080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5DAB635-E7C0-805A-DA89-C113F50346A1}"/>
              </a:ext>
            </a:extLst>
          </p:cNvPr>
          <p:cNvSpPr txBox="1"/>
          <p:nvPr/>
        </p:nvSpPr>
        <p:spPr>
          <a:xfrm rot="10800000" flipV="1">
            <a:off x="60960" y="56793"/>
            <a:ext cx="1449705" cy="3626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Source Sans Pro" charset="0"/>
                <a:sym typeface="+mn-ea"/>
              </a:rPr>
              <a:t>老人房效果图</a:t>
            </a:r>
          </a:p>
        </p:txBody>
      </p:sp>
    </p:spTree>
    <p:extLst>
      <p:ext uri="{BB962C8B-B14F-4D97-AF65-F5344CB8AC3E}">
        <p14:creationId xmlns:p14="http://schemas.microsoft.com/office/powerpoint/2010/main" val="9161746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2278">
        <p15:prstTrans prst="fracture"/>
      </p:transition>
    </mc:Choice>
    <mc:Fallback xmlns="">
      <p:transition spd="slow" advTm="2278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0E7A5-5BC0-44C4-27B0-68F68ED4B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FF0E440E-D242-9B82-5C25-D14EA48B87F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5942" y="502472"/>
            <a:ext cx="10230298" cy="5716178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0936D674-0B8D-38C3-4612-002EBFCDF8AF}"/>
              </a:ext>
            </a:extLst>
          </p:cNvPr>
          <p:cNvSpPr/>
          <p:nvPr/>
        </p:nvSpPr>
        <p:spPr>
          <a:xfrm>
            <a:off x="618490" y="6560820"/>
            <a:ext cx="845820" cy="297180"/>
          </a:xfrm>
          <a:prstGeom prst="rect">
            <a:avLst/>
          </a:prstGeom>
          <a:solidFill>
            <a:srgbClr val="E8B62A"/>
          </a:solidFill>
          <a:ln>
            <a:solidFill>
              <a:srgbClr val="E8B6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1" name="直接连接符 76">
            <a:extLst>
              <a:ext uri="{FF2B5EF4-FFF2-40B4-BE49-F238E27FC236}">
                <a16:creationId xmlns:a16="http://schemas.microsoft.com/office/drawing/2014/main" id="{5F50FB4A-DAAC-F1AA-83EA-DCE5AA51A0F4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-16840" y="6218652"/>
            <a:ext cx="12201526" cy="1"/>
          </a:xfrm>
          <a:prstGeom prst="line">
            <a:avLst/>
          </a:prstGeom>
          <a:ln w="6350">
            <a:solidFill>
              <a:srgbClr val="808080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72" name="直接连接符 76">
            <a:extLst>
              <a:ext uri="{FF2B5EF4-FFF2-40B4-BE49-F238E27FC236}">
                <a16:creationId xmlns:a16="http://schemas.microsoft.com/office/drawing/2014/main" id="{129AFAF5-0E03-EFC6-0372-7D49BAE85EA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494532"/>
            <a:ext cx="12201525" cy="1"/>
          </a:xfrm>
          <a:prstGeom prst="line">
            <a:avLst/>
          </a:prstGeom>
          <a:ln w="6350">
            <a:solidFill>
              <a:srgbClr val="808080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BC4AFB9-B05F-B217-C9F1-66CCD161C3ED}"/>
              </a:ext>
            </a:extLst>
          </p:cNvPr>
          <p:cNvSpPr txBox="1"/>
          <p:nvPr/>
        </p:nvSpPr>
        <p:spPr>
          <a:xfrm rot="10800000" flipV="1">
            <a:off x="60960" y="56793"/>
            <a:ext cx="1449705" cy="3626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Source Sans Pro" charset="0"/>
                <a:sym typeface="+mn-ea"/>
              </a:rPr>
              <a:t>主人房效果图</a:t>
            </a:r>
          </a:p>
        </p:txBody>
      </p:sp>
    </p:spTree>
    <p:extLst>
      <p:ext uri="{BB962C8B-B14F-4D97-AF65-F5344CB8AC3E}">
        <p14:creationId xmlns:p14="http://schemas.microsoft.com/office/powerpoint/2010/main" val="326499758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2278">
        <p15:prstTrans prst="fracture"/>
      </p:transition>
    </mc:Choice>
    <mc:Fallback xmlns="">
      <p:transition spd="slow" advTm="2278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B660F-D655-82D6-073C-9687C27D4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10D8768C-F347-9FDB-60FB-1290BBF53B8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23327" y="511710"/>
            <a:ext cx="8157424" cy="570204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35C7806D-A4FB-B760-5667-33DA6B5AF68B}"/>
              </a:ext>
            </a:extLst>
          </p:cNvPr>
          <p:cNvSpPr/>
          <p:nvPr/>
        </p:nvSpPr>
        <p:spPr>
          <a:xfrm>
            <a:off x="618490" y="6560820"/>
            <a:ext cx="845820" cy="297180"/>
          </a:xfrm>
          <a:prstGeom prst="rect">
            <a:avLst/>
          </a:prstGeom>
          <a:solidFill>
            <a:srgbClr val="E8B62A"/>
          </a:solidFill>
          <a:ln>
            <a:solidFill>
              <a:srgbClr val="E8B6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1" name="直接连接符 76">
            <a:extLst>
              <a:ext uri="{FF2B5EF4-FFF2-40B4-BE49-F238E27FC236}">
                <a16:creationId xmlns:a16="http://schemas.microsoft.com/office/drawing/2014/main" id="{A6F07C66-63AB-4AA7-0E6A-7ECBDEF9DB16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-16840" y="6218652"/>
            <a:ext cx="12201526" cy="1"/>
          </a:xfrm>
          <a:prstGeom prst="line">
            <a:avLst/>
          </a:prstGeom>
          <a:ln w="6350">
            <a:solidFill>
              <a:srgbClr val="808080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72" name="直接连接符 76">
            <a:extLst>
              <a:ext uri="{FF2B5EF4-FFF2-40B4-BE49-F238E27FC236}">
                <a16:creationId xmlns:a16="http://schemas.microsoft.com/office/drawing/2014/main" id="{57A90078-BAF4-930E-F0FB-BFAB1FD2418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494532"/>
            <a:ext cx="12201525" cy="1"/>
          </a:xfrm>
          <a:prstGeom prst="line">
            <a:avLst/>
          </a:prstGeom>
          <a:ln w="6350">
            <a:solidFill>
              <a:srgbClr val="808080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3B248CA-AEC2-9C39-D901-2570FDDA29F4}"/>
              </a:ext>
            </a:extLst>
          </p:cNvPr>
          <p:cNvSpPr txBox="1"/>
          <p:nvPr/>
        </p:nvSpPr>
        <p:spPr>
          <a:xfrm rot="10800000" flipV="1">
            <a:off x="60960" y="56793"/>
            <a:ext cx="1449705" cy="3626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Source Sans Pro" charset="0"/>
                <a:sym typeface="+mn-ea"/>
              </a:rPr>
              <a:t>公卫效果图</a:t>
            </a:r>
          </a:p>
        </p:txBody>
      </p:sp>
    </p:spTree>
    <p:extLst>
      <p:ext uri="{BB962C8B-B14F-4D97-AF65-F5344CB8AC3E}">
        <p14:creationId xmlns:p14="http://schemas.microsoft.com/office/powerpoint/2010/main" val="38608395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2278">
        <p15:prstTrans prst="fracture"/>
      </p:transition>
    </mc:Choice>
    <mc:Fallback xmlns="">
      <p:transition spd="slow" advTm="2278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28B97-90EE-422E-2938-3B57198B0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1C5D7CF2-FEAE-AFC4-2BED-7C13825BCE5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28045" y="511710"/>
            <a:ext cx="7347989" cy="570204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C0C47955-C5A8-C3D7-F745-8246FCB5DF61}"/>
              </a:ext>
            </a:extLst>
          </p:cNvPr>
          <p:cNvSpPr/>
          <p:nvPr/>
        </p:nvSpPr>
        <p:spPr>
          <a:xfrm>
            <a:off x="618490" y="6560820"/>
            <a:ext cx="845820" cy="297180"/>
          </a:xfrm>
          <a:prstGeom prst="rect">
            <a:avLst/>
          </a:prstGeom>
          <a:solidFill>
            <a:srgbClr val="E8B62A"/>
          </a:solidFill>
          <a:ln>
            <a:solidFill>
              <a:srgbClr val="E8B6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1" name="直接连接符 76">
            <a:extLst>
              <a:ext uri="{FF2B5EF4-FFF2-40B4-BE49-F238E27FC236}">
                <a16:creationId xmlns:a16="http://schemas.microsoft.com/office/drawing/2014/main" id="{B38241CE-86EB-DB7D-26F9-E971A082D018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-16840" y="6218652"/>
            <a:ext cx="12201526" cy="1"/>
          </a:xfrm>
          <a:prstGeom prst="line">
            <a:avLst/>
          </a:prstGeom>
          <a:ln w="6350">
            <a:solidFill>
              <a:srgbClr val="808080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72" name="直接连接符 76">
            <a:extLst>
              <a:ext uri="{FF2B5EF4-FFF2-40B4-BE49-F238E27FC236}">
                <a16:creationId xmlns:a16="http://schemas.microsoft.com/office/drawing/2014/main" id="{07B5D139-F212-B9FA-E56D-A9CBB4DCD4D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494532"/>
            <a:ext cx="12201525" cy="1"/>
          </a:xfrm>
          <a:prstGeom prst="line">
            <a:avLst/>
          </a:prstGeom>
          <a:ln w="6350">
            <a:solidFill>
              <a:srgbClr val="808080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1A2B767-761B-9826-FD19-4E53F3015D97}"/>
              </a:ext>
            </a:extLst>
          </p:cNvPr>
          <p:cNvSpPr txBox="1"/>
          <p:nvPr/>
        </p:nvSpPr>
        <p:spPr>
          <a:xfrm rot="10800000" flipV="1">
            <a:off x="60960" y="56793"/>
            <a:ext cx="1449705" cy="3626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Source Sans Pro" charset="0"/>
                <a:sym typeface="+mn-ea"/>
              </a:rPr>
              <a:t>孩子房效果图</a:t>
            </a:r>
          </a:p>
        </p:txBody>
      </p:sp>
    </p:spTree>
    <p:extLst>
      <p:ext uri="{BB962C8B-B14F-4D97-AF65-F5344CB8AC3E}">
        <p14:creationId xmlns:p14="http://schemas.microsoft.com/office/powerpoint/2010/main" val="7327749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2278">
        <p15:prstTrans prst="fracture"/>
      </p:transition>
    </mc:Choice>
    <mc:Fallback xmlns="">
      <p:transition spd="slow" advTm="2278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4E44D-3E3E-62DB-B498-C8C376C0B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63F3C85D-A75C-FB85-3DC4-E50EAC315D1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44934" y="511710"/>
            <a:ext cx="7114210" cy="570204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2957EA27-E481-3E57-9F18-846B6DC36B93}"/>
              </a:ext>
            </a:extLst>
          </p:cNvPr>
          <p:cNvSpPr/>
          <p:nvPr/>
        </p:nvSpPr>
        <p:spPr>
          <a:xfrm>
            <a:off x="618490" y="6560820"/>
            <a:ext cx="845820" cy="297180"/>
          </a:xfrm>
          <a:prstGeom prst="rect">
            <a:avLst/>
          </a:prstGeom>
          <a:solidFill>
            <a:srgbClr val="E8B62A"/>
          </a:solidFill>
          <a:ln>
            <a:solidFill>
              <a:srgbClr val="E8B6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1" name="直接连接符 76">
            <a:extLst>
              <a:ext uri="{FF2B5EF4-FFF2-40B4-BE49-F238E27FC236}">
                <a16:creationId xmlns:a16="http://schemas.microsoft.com/office/drawing/2014/main" id="{48AFFBF8-2F3B-35E3-1E1B-615D9874E68B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-16840" y="6218652"/>
            <a:ext cx="12201526" cy="1"/>
          </a:xfrm>
          <a:prstGeom prst="line">
            <a:avLst/>
          </a:prstGeom>
          <a:ln w="6350">
            <a:solidFill>
              <a:srgbClr val="808080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72" name="直接连接符 76">
            <a:extLst>
              <a:ext uri="{FF2B5EF4-FFF2-40B4-BE49-F238E27FC236}">
                <a16:creationId xmlns:a16="http://schemas.microsoft.com/office/drawing/2014/main" id="{12872EE5-C8E8-5A19-C778-79667230AD7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494532"/>
            <a:ext cx="12201525" cy="1"/>
          </a:xfrm>
          <a:prstGeom prst="line">
            <a:avLst/>
          </a:prstGeom>
          <a:ln w="6350">
            <a:solidFill>
              <a:srgbClr val="808080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C9CD6AF-FF86-FD2E-4BDF-9FB074CCF0A7}"/>
              </a:ext>
            </a:extLst>
          </p:cNvPr>
          <p:cNvSpPr txBox="1"/>
          <p:nvPr/>
        </p:nvSpPr>
        <p:spPr>
          <a:xfrm rot="10800000" flipV="1">
            <a:off x="60960" y="56793"/>
            <a:ext cx="1449705" cy="3626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Source Sans Pro" charset="0"/>
                <a:sym typeface="+mn-ea"/>
              </a:rPr>
              <a:t>孩子房效果图</a:t>
            </a:r>
          </a:p>
        </p:txBody>
      </p:sp>
    </p:spTree>
    <p:extLst>
      <p:ext uri="{BB962C8B-B14F-4D97-AF65-F5344CB8AC3E}">
        <p14:creationId xmlns:p14="http://schemas.microsoft.com/office/powerpoint/2010/main" val="20190642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2278">
        <p15:prstTrans prst="fracture"/>
      </p:transition>
    </mc:Choice>
    <mc:Fallback xmlns="">
      <p:transition spd="slow" advTm="2278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组合"/>
          <p:cNvGrpSpPr/>
          <p:nvPr/>
        </p:nvGrpSpPr>
        <p:grpSpPr>
          <a:xfrm>
            <a:off x="2928745" y="1492956"/>
            <a:ext cx="6253894" cy="3154164"/>
            <a:chOff x="2942830" y="1207135"/>
            <a:chExt cx="6256174" cy="3155314"/>
          </a:xfrm>
        </p:grpSpPr>
        <p:sp>
          <p:nvSpPr>
            <p:cNvPr id="93" name="矩形"/>
            <p:cNvSpPr/>
            <p:nvPr/>
          </p:nvSpPr>
          <p:spPr>
            <a:xfrm>
              <a:off x="2942830" y="2467648"/>
              <a:ext cx="6256174" cy="1125942"/>
            </a:xfrm>
            <a:prstGeom prst="rect">
              <a:avLst/>
            </a:prstGeom>
            <a:noFill/>
            <a:ln w="9525" cap="flat" cmpd="sng">
              <a:noFill/>
              <a:prstDash val="solid"/>
              <a:miter/>
            </a:ln>
          </p:spPr>
          <p:txBody>
            <a:bodyPr vert="horz" wrap="square" lIns="82010" tIns="41005" rIns="82010" bIns="41005" anchor="t" anchorCtr="0">
              <a:spAutoFit/>
            </a:bodyPr>
            <a:lstStyle/>
            <a:p>
              <a:pPr marL="0" indent="0" algn="ctr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2400" b="1" i="0" u="none" strike="noStrike" kern="1200" cap="none" spc="0" baseline="0" dirty="0">
                  <a:solidFill>
                    <a:srgbClr val="595959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  <a:sym typeface="Arial" panose="020B0604020202020204" pitchFamily="34" charset="0"/>
                </a:rPr>
                <a:t>地平线设计</a:t>
              </a:r>
            </a:p>
            <a:p>
              <a:pPr marL="0" indent="0" algn="ctr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2400" b="1" i="0" u="none" strike="noStrike" kern="1200" cap="none" spc="0" baseline="0" dirty="0">
                  <a:solidFill>
                    <a:srgbClr val="595959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  <a:sym typeface="Arial" panose="020B0604020202020204" pitchFamily="34" charset="0"/>
                </a:rPr>
                <a:t>感谢观看</a:t>
              </a:r>
            </a:p>
          </p:txBody>
        </p:sp>
        <p:sp>
          <p:nvSpPr>
            <p:cNvPr id="95" name="直线"/>
            <p:cNvSpPr/>
            <p:nvPr/>
          </p:nvSpPr>
          <p:spPr>
            <a:xfrm flipH="1">
              <a:off x="7203959" y="1207135"/>
              <a:ext cx="1082928" cy="860854"/>
            </a:xfrm>
            <a:prstGeom prst="line">
              <a:avLst/>
            </a:prstGeom>
            <a:noFill/>
            <a:ln w="12700" cap="flat" cmpd="sng">
              <a:solidFill>
                <a:srgbClr val="BFBFBF"/>
              </a:solidFill>
              <a:prstDash val="solid"/>
              <a:round/>
            </a:ln>
          </p:spPr>
        </p:sp>
        <p:sp>
          <p:nvSpPr>
            <p:cNvPr id="96" name="直线"/>
            <p:cNvSpPr/>
            <p:nvPr/>
          </p:nvSpPr>
          <p:spPr>
            <a:xfrm flipH="1">
              <a:off x="3733894" y="3501596"/>
              <a:ext cx="1082928" cy="860853"/>
            </a:xfrm>
            <a:prstGeom prst="line">
              <a:avLst/>
            </a:prstGeom>
            <a:noFill/>
            <a:ln w="6350" cap="flat" cmpd="sng">
              <a:solidFill>
                <a:srgbClr val="BFBFBF"/>
              </a:solidFill>
              <a:prstDash val="solid"/>
              <a:round/>
            </a:ln>
          </p:spPr>
        </p:sp>
      </p:grpSp>
      <p:sp>
        <p:nvSpPr>
          <p:cNvPr id="31" name="Rectangle 30"/>
          <p:cNvSpPr/>
          <p:nvPr/>
        </p:nvSpPr>
        <p:spPr>
          <a:xfrm>
            <a:off x="0" y="0"/>
            <a:ext cx="845820" cy="221615"/>
          </a:xfrm>
          <a:prstGeom prst="rect">
            <a:avLst/>
          </a:prstGeom>
          <a:solidFill>
            <a:srgbClr val="E8B62A"/>
          </a:solidFill>
          <a:ln>
            <a:solidFill>
              <a:srgbClr val="E8B6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30"/>
          <p:cNvSpPr/>
          <p:nvPr/>
        </p:nvSpPr>
        <p:spPr>
          <a:xfrm>
            <a:off x="11471275" y="6713855"/>
            <a:ext cx="720725" cy="142875"/>
          </a:xfrm>
          <a:prstGeom prst="rect">
            <a:avLst/>
          </a:prstGeom>
          <a:solidFill>
            <a:srgbClr val="E8B62A"/>
          </a:solidFill>
          <a:ln>
            <a:solidFill>
              <a:srgbClr val="E8B6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46ad0302-7a93-40de-8441-544344a4e950"/>
  <p:tag name="COMMONDATA" val="eyJoZGlkIjoiMjljMjY5OGU2NDdmNzg1ZjQ3MDBlZGNhYWIyMWI5Mz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">
  <a:themeElements>
    <a:clrScheme name="Office 主题">
      <a:dk1>
        <a:srgbClr val="535353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主题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9000" b="0" i="0" u="none" strike="noStrike" cap="none" spc="0" normalizeH="0" baseline="0">
            <a:ln>
              <a:noFill/>
            </a:ln>
            <a:solidFill>
              <a:srgbClr val="535353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9000" b="0" i="0" u="none" strike="noStrike" cap="none" spc="0" normalizeH="0" baseline="0">
            <a:ln>
              <a:noFill/>
            </a:ln>
            <a:solidFill>
              <a:srgbClr val="535353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主题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9000" b="0" i="0" u="none" strike="noStrike" cap="none" spc="0" normalizeH="0" baseline="0">
            <a:ln>
              <a:noFill/>
            </a:ln>
            <a:solidFill>
              <a:srgbClr val="535353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9000" b="0" i="0" u="none" strike="noStrike" cap="none" spc="0" normalizeH="0" baseline="0">
            <a:ln>
              <a:noFill/>
            </a:ln>
            <a:solidFill>
              <a:srgbClr val="535353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117</Words>
  <Application>Microsoft Office PowerPoint</Application>
  <PresentationFormat>宽屏</PresentationFormat>
  <Paragraphs>34</Paragraphs>
  <Slides>17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6" baseType="lpstr">
      <vt:lpstr>等线</vt:lpstr>
      <vt:lpstr>等线 Light</vt:lpstr>
      <vt:lpstr>黑体</vt:lpstr>
      <vt:lpstr>华文中宋</vt:lpstr>
      <vt:lpstr>微软雅黑</vt:lpstr>
      <vt:lpstr>Arial</vt:lpstr>
      <vt:lpstr>Calibri</vt:lpstr>
      <vt:lpstr>Calibri 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赵营</dc:creator>
  <cp:lastModifiedBy>营 赵</cp:lastModifiedBy>
  <cp:revision>40</cp:revision>
  <dcterms:created xsi:type="dcterms:W3CDTF">2022-09-20T05:13:00Z</dcterms:created>
  <dcterms:modified xsi:type="dcterms:W3CDTF">2025-08-30T04:51:44Z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77D84A6AB18A4EC78F13C0D08380C161_13</vt:lpwstr>
  </property>
  <property fmtid="{D5CDD505-2E9C-101B-9397-08002B2CF9AE}" pid="3" name="KSOProductBuildVer">
    <vt:lpwstr>2052-12.1.0.19770</vt:lpwstr>
  </property>
</Properties>
</file>