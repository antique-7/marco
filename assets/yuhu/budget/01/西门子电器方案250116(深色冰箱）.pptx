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0" r:id="rId3"/>
    <p:sldId id="331" r:id="rId4"/>
    <p:sldId id="332" r:id="rId5"/>
    <p:sldId id="335" r:id="rId6"/>
    <p:sldId id="337" r:id="rId7"/>
    <p:sldId id="333" r:id="rId8"/>
    <p:sldId id="334" r:id="rId9"/>
    <p:sldId id="290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7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2"/>
        <p:guide pos="379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83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5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image" Target="../media/image18.png"/><Relationship Id="rId7" Type="http://schemas.openxmlformats.org/officeDocument/2006/relationships/tags" Target="../tags/tag70.xml"/><Relationship Id="rId6" Type="http://schemas.openxmlformats.org/officeDocument/2006/relationships/image" Target="../media/image17.png"/><Relationship Id="rId5" Type="http://schemas.openxmlformats.org/officeDocument/2006/relationships/tags" Target="../tags/tag69.xml"/><Relationship Id="rId4" Type="http://schemas.openxmlformats.org/officeDocument/2006/relationships/image" Target="../media/image16.png"/><Relationship Id="rId3" Type="http://schemas.openxmlformats.org/officeDocument/2006/relationships/tags" Target="../tags/tag68.xml"/><Relationship Id="rId2" Type="http://schemas.openxmlformats.org/officeDocument/2006/relationships/image" Target="../media/image15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2.xml"/><Relationship Id="rId10" Type="http://schemas.openxmlformats.org/officeDocument/2006/relationships/image" Target="../media/image19.png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image" Target="../media/image23.png"/><Relationship Id="rId7" Type="http://schemas.openxmlformats.org/officeDocument/2006/relationships/tags" Target="../tags/tag76.xml"/><Relationship Id="rId6" Type="http://schemas.openxmlformats.org/officeDocument/2006/relationships/image" Target="../media/image22.png"/><Relationship Id="rId5" Type="http://schemas.openxmlformats.org/officeDocument/2006/relationships/tags" Target="../tags/tag75.xml"/><Relationship Id="rId4" Type="http://schemas.openxmlformats.org/officeDocument/2006/relationships/image" Target="../media/image21.png"/><Relationship Id="rId3" Type="http://schemas.openxmlformats.org/officeDocument/2006/relationships/tags" Target="../tags/tag74.xml"/><Relationship Id="rId2" Type="http://schemas.openxmlformats.org/officeDocument/2006/relationships/image" Target="../media/image20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8.xml"/><Relationship Id="rId10" Type="http://schemas.openxmlformats.org/officeDocument/2006/relationships/image" Target="../media/image24.png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3695" y="445770"/>
            <a:ext cx="23545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烟机</a:t>
            </a:r>
            <a:endParaRPr lang="zh-CN" altLang="en-US"/>
          </a:p>
          <a:p>
            <a:r>
              <a:rPr lang="zh-CN" altLang="en-US"/>
              <a:t>型号：</a:t>
            </a:r>
            <a:r>
              <a:rPr lang="en-US" altLang="zh-CN"/>
              <a:t>LC78FC9C0W</a:t>
            </a:r>
            <a:endParaRPr lang="en-US" altLang="zh-CN"/>
          </a:p>
          <a:p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r>
              <a:rPr lang="zh-CN" altLang="en-US"/>
              <a:t>活动价格：</a:t>
            </a:r>
            <a:r>
              <a:rPr lang="en-US" altLang="zh-CN"/>
              <a:t>5899</a:t>
            </a:r>
            <a:endParaRPr lang="en-US" altLang="zh-CN"/>
          </a:p>
          <a:p>
            <a:r>
              <a:rPr lang="zh-CN" altLang="en-US"/>
              <a:t>国补价格：</a:t>
            </a:r>
            <a:r>
              <a:rPr lang="en-US" altLang="zh-CN"/>
              <a:t>4719.2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02070" y="2422525"/>
            <a:ext cx="54698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/>
              <a:t>1</a:t>
            </a:r>
            <a:r>
              <a:rPr lang="zh-CN" altLang="en-US" sz="1200"/>
              <a:t>，3+1档(Boost飓风档）风速，轻松应对各种烹饪环境。</a:t>
            </a:r>
            <a:endParaRPr lang="zh-CN" altLang="en-US" sz="1200"/>
          </a:p>
          <a:p>
            <a:pPr algn="l"/>
            <a:r>
              <a:rPr lang="en-US" altLang="zh-CN" sz="1200"/>
              <a:t>2</a:t>
            </a:r>
            <a:r>
              <a:rPr lang="zh-CN" altLang="en-US" sz="1200"/>
              <a:t>，革新5D环吸设计，四周环绕拢吸+底部强吸</a:t>
            </a:r>
            <a:r>
              <a:rPr lang="en-US" altLang="zh-CN" sz="1200"/>
              <a:t>,</a:t>
            </a:r>
            <a:r>
              <a:rPr lang="zh-CN" altLang="en-US" sz="1200"/>
              <a:t>专利热风自清洁，一键融油除菌</a:t>
            </a:r>
            <a:endParaRPr lang="zh-CN" altLang="en-US" sz="1200"/>
          </a:p>
          <a:p>
            <a:pPr algn="l"/>
            <a:r>
              <a:rPr lang="en-US" altLang="zh-CN" sz="1200"/>
              <a:t>3,   智能油烟控制，自动风速调节</a:t>
            </a:r>
            <a:endParaRPr lang="en-US" altLang="zh-CN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7210" y="1082040"/>
            <a:ext cx="3208655" cy="19926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210" y="4047490"/>
            <a:ext cx="2780665" cy="26130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35" y="4111625"/>
            <a:ext cx="2680335" cy="25488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0"/>
            <a:ext cx="4114800" cy="18573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25" y="2279015"/>
            <a:ext cx="2588895" cy="18865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3545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燃气灶</a:t>
            </a:r>
            <a:endParaRPr lang="zh-CN" altLang="en-US"/>
          </a:p>
          <a:p>
            <a:r>
              <a:rPr lang="zh-CN" altLang="en-US"/>
              <a:t>型号：</a:t>
            </a:r>
            <a:r>
              <a:rPr lang="en-US" altLang="zh-CN"/>
              <a:t>ER8PR231MP</a:t>
            </a:r>
            <a:endParaRPr lang="en-US" altLang="zh-CN"/>
          </a:p>
          <a:p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r>
              <a:rPr lang="zh-CN" altLang="en-US"/>
              <a:t>活动价格：</a:t>
            </a:r>
            <a:r>
              <a:rPr lang="en-US" altLang="zh-CN"/>
              <a:t>3499</a:t>
            </a:r>
            <a:endParaRPr lang="zh-CN" altLang="en-US"/>
          </a:p>
          <a:p>
            <a:r>
              <a:rPr lang="zh-CN" altLang="en-US"/>
              <a:t>国补价格：</a:t>
            </a:r>
            <a:r>
              <a:rPr lang="en-US" altLang="zh-CN"/>
              <a:t>2799.2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02070" y="2422525"/>
            <a:ext cx="489077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/>
              <a:t>1</a:t>
            </a:r>
            <a:r>
              <a:rPr lang="zh-CN" altLang="en-US" sz="1200"/>
              <a:t>，钢化玻璃面板，纯平一体设计，简约时尚。</a:t>
            </a:r>
            <a:endParaRPr lang="zh-CN" altLang="en-US" sz="1200"/>
          </a:p>
          <a:p>
            <a:pPr algn="l"/>
            <a:r>
              <a:rPr lang="en-US" altLang="zh-CN" sz="1200"/>
              <a:t>2</a:t>
            </a:r>
            <a:r>
              <a:rPr lang="zh-CN" altLang="en-US" sz="1200"/>
              <a:t>，高效增压燃烧系统，三次增压，两次分流，充分燃烧，火力强劲。</a:t>
            </a:r>
            <a:endParaRPr lang="zh-CN" altLang="en-US" sz="1200"/>
          </a:p>
          <a:p>
            <a:pPr algn="l"/>
            <a:r>
              <a:rPr lang="en-US" altLang="zh-CN" sz="1200"/>
              <a:t>3</a:t>
            </a:r>
            <a:r>
              <a:rPr lang="zh-CN" altLang="en-US" sz="1200"/>
              <a:t>，230度大角度火力调节旋钮，精控自由火候</a:t>
            </a:r>
            <a:endParaRPr lang="zh-CN" altLang="en-US" sz="1200"/>
          </a:p>
          <a:p>
            <a:pPr algn="l"/>
            <a:r>
              <a:rPr lang="en-US" altLang="zh-CN" sz="1200"/>
              <a:t>4,   INTERLINK烟灶智能联动，无需手动开关烟机，轻松开启智慧生活</a:t>
            </a:r>
            <a:endParaRPr lang="en-US" altLang="zh-CN" sz="12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1765" y="2129790"/>
            <a:ext cx="3018790" cy="18084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50" y="3996055"/>
            <a:ext cx="2957195" cy="27273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00" y="0"/>
            <a:ext cx="4229100" cy="18288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570" y="1007110"/>
            <a:ext cx="2600325" cy="23374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98475" y="633095"/>
            <a:ext cx="23164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洗碗机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/>
              <a:t>SJ63HX00MC</a:t>
            </a:r>
            <a:endParaRPr lang="en-US" altLang="zh-CN"/>
          </a:p>
          <a:p>
            <a:pPr algn="l"/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>
                <a:sym typeface="+mn-ea"/>
              </a:rPr>
              <a:t>7490</a:t>
            </a:r>
            <a:endParaRPr lang="en-US">
              <a:sym typeface="+mn-ea"/>
            </a:endParaRPr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5992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92670" y="2151380"/>
            <a:ext cx="477202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/>
              <a:t>1</a:t>
            </a:r>
            <a:r>
              <a:rPr lang="zh-CN" altLang="en-US" sz="1200"/>
              <a:t>，智能抽湿烘干，与冷凝烘干和热交换烘干，组成三重烘干系统，</a:t>
            </a:r>
            <a:endParaRPr lang="zh-CN" altLang="en-US" sz="1200"/>
          </a:p>
          <a:p>
            <a:pPr algn="l"/>
            <a:r>
              <a:rPr lang="zh-CN" altLang="en-US" sz="1200"/>
              <a:t>洗涤完成结束后不间断的将湿气从踢脚线处排出，不仅达到完美的</a:t>
            </a:r>
            <a:endParaRPr lang="zh-CN" altLang="en-US" sz="1200"/>
          </a:p>
          <a:p>
            <a:pPr algn="l"/>
            <a:r>
              <a:rPr lang="zh-CN" altLang="en-US" sz="1200"/>
              <a:t>烘干效果，也为后续储存提供了干燥的环境。</a:t>
            </a:r>
            <a:endParaRPr lang="zh-CN" altLang="en-US" sz="1200"/>
          </a:p>
          <a:p>
            <a:pPr algn="l"/>
            <a:r>
              <a:rPr lang="en-US" altLang="zh-CN" sz="1200"/>
              <a:t>2,</a:t>
            </a:r>
            <a:r>
              <a:rPr lang="zh-CN" altLang="en-US" sz="1200"/>
              <a:t>下层强洗</a:t>
            </a:r>
            <a:r>
              <a:rPr lang="en-US" altLang="zh-CN" sz="1200"/>
              <a:t>,</a:t>
            </a:r>
            <a:r>
              <a:rPr lang="zh-CN" altLang="en-US" sz="1200"/>
              <a:t>特别适合混合餐具洗涤时选用，可单独增强下层碗篮的水</a:t>
            </a:r>
            <a:endParaRPr lang="zh-CN" altLang="en-US" sz="1200"/>
          </a:p>
          <a:p>
            <a:pPr algn="l"/>
            <a:r>
              <a:rPr lang="zh-CN" altLang="en-US" sz="1200"/>
              <a:t>压、水温，针对下碗篮餐具锅具提供更强劲的洗涤力度。</a:t>
            </a:r>
            <a:endParaRPr lang="zh-CN" altLang="en-US" sz="1200"/>
          </a:p>
          <a:p>
            <a:pPr algn="l"/>
            <a:r>
              <a:rPr lang="en-US" altLang="zh-CN" sz="1200"/>
              <a:t> </a:t>
            </a:r>
            <a:endParaRPr lang="en-US" altLang="zh-CN" sz="12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860" y="3996055"/>
            <a:ext cx="3051175" cy="25793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935" y="4102735"/>
            <a:ext cx="4086860" cy="22821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0"/>
            <a:ext cx="4076700" cy="19145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65" y="2585720"/>
            <a:ext cx="2552700" cy="26384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170" y="1001395"/>
            <a:ext cx="3126740" cy="258000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4180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蒸烤炸</a:t>
            </a:r>
            <a:r>
              <a:rPr lang="zh-CN" altLang="en-US"/>
              <a:t>一体机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>
                <a:sym typeface="+mn-ea"/>
              </a:rPr>
              <a:t>CS0T5MAB2W</a:t>
            </a:r>
            <a:endParaRPr lang="en-US" altLang="zh-CN" b="1"/>
          </a:p>
          <a:p>
            <a:pPr algn="l"/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 altLang="zh-CN">
                <a:sym typeface="+mn-ea"/>
              </a:rPr>
              <a:t>6490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5516.5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56450" y="2023745"/>
            <a:ext cx="481457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>
                <a:sym typeface="+mn-ea"/>
              </a:rPr>
              <a:t>1</a:t>
            </a:r>
            <a:r>
              <a:rPr lang="zh-CN" altLang="en-US" sz="1200">
                <a:sym typeface="+mn-ea"/>
              </a:rPr>
              <a:t>，高速空气炸，外酥里嫩，一口爆汁。</a:t>
            </a:r>
            <a:endParaRPr lang="zh-CN" altLang="en-US" sz="1200"/>
          </a:p>
          <a:p>
            <a:pPr algn="l"/>
            <a:r>
              <a:rPr lang="en-US" altLang="zh-CN" sz="1200">
                <a:sym typeface="+mn-ea"/>
              </a:rPr>
              <a:t>  2</a:t>
            </a:r>
            <a:r>
              <a:rPr lang="zh-CN" altLang="en-US" sz="1200">
                <a:sym typeface="+mn-ea"/>
              </a:rPr>
              <a:t>，真空恒温慢煮，较大程度保留原汁原味和营养</a:t>
            </a:r>
            <a:endParaRPr lang="zh-CN" altLang="en-US" sz="1200"/>
          </a:p>
          <a:p>
            <a:pPr algn="l"/>
            <a:r>
              <a:rPr lang="en-US" altLang="zh-CN" sz="1200">
                <a:sym typeface="+mn-ea"/>
              </a:rPr>
              <a:t>  3</a:t>
            </a:r>
            <a:r>
              <a:rPr lang="zh-CN" altLang="en-US" sz="1200">
                <a:sym typeface="+mn-ea"/>
              </a:rPr>
              <a:t>，</a:t>
            </a:r>
            <a:r>
              <a:rPr lang="en-US" altLang="zh-CN" sz="1200">
                <a:sym typeface="+mn-ea"/>
              </a:rPr>
              <a:t>3D</a:t>
            </a:r>
            <a:r>
              <a:rPr lang="zh-CN" altLang="en-US" sz="1200">
                <a:sym typeface="+mn-ea"/>
              </a:rPr>
              <a:t>热风烤，均匀上色，口口酥香</a:t>
            </a:r>
            <a:endParaRPr lang="zh-CN" altLang="en-US" sz="1200"/>
          </a:p>
          <a:p>
            <a:pPr algn="l"/>
            <a:r>
              <a:rPr lang="en-US" altLang="zh-CN" sz="1200">
                <a:sym typeface="+mn-ea"/>
              </a:rPr>
              <a:t>  4</a:t>
            </a:r>
            <a:r>
              <a:rPr lang="zh-CN" altLang="en-US" sz="1200">
                <a:sym typeface="+mn-ea"/>
              </a:rPr>
              <a:t>，中式过温炖，高效炖出软糯口感</a:t>
            </a:r>
            <a:endParaRPr lang="zh-CN" altLang="en-US" sz="1200"/>
          </a:p>
          <a:p>
            <a:pPr algn="l"/>
            <a:r>
              <a:rPr lang="en-US" altLang="zh-CN" sz="1200">
                <a:sym typeface="+mn-ea"/>
              </a:rPr>
              <a:t>  5</a:t>
            </a:r>
            <a:r>
              <a:rPr lang="zh-CN" altLang="en-US" sz="1200">
                <a:sym typeface="+mn-ea"/>
              </a:rPr>
              <a:t>，多重智能自清洁，一键清洁易打理</a:t>
            </a:r>
            <a:endParaRPr lang="zh-CN" altLang="en-US" sz="120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4155" y="2492375"/>
            <a:ext cx="2939415" cy="22669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87165" y="4057015"/>
            <a:ext cx="2506980" cy="2476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337425" y="4103370"/>
            <a:ext cx="2733040" cy="23831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632825" y="90805"/>
            <a:ext cx="3234055" cy="16973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502025" y="1285875"/>
            <a:ext cx="3476625" cy="191706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2656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冰箱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>
                <a:sym typeface="+mn-ea"/>
              </a:rPr>
              <a:t>KF82VA256C</a:t>
            </a:r>
            <a:endParaRPr lang="zh-CN" altLang="en-US"/>
          </a:p>
          <a:p>
            <a:pPr algn="l"/>
            <a:r>
              <a:rPr lang="zh-CN" altLang="en-US"/>
              <a:t>产地：中国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 altLang="zh-CN">
                <a:sym typeface="+mn-ea"/>
              </a:rPr>
              <a:t> 14900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12900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08425" y="403860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08425" y="376682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812405" y="488950"/>
            <a:ext cx="40868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endParaRPr sz="12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5620" y="2480310"/>
            <a:ext cx="2073910" cy="39858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06190" y="4135120"/>
            <a:ext cx="2925445" cy="26473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908800" y="4135120"/>
            <a:ext cx="3107690" cy="26466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050530" y="851535"/>
            <a:ext cx="3412490" cy="305879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025265" y="765810"/>
            <a:ext cx="1975485" cy="297624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4434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洗衣机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/>
              <a:t>WG54C5C00W</a:t>
            </a:r>
            <a:endParaRPr lang="en-US" altLang="zh-CN"/>
          </a:p>
          <a:p>
            <a:pPr algn="l"/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 altLang="zh-CN">
                <a:sym typeface="+mn-ea"/>
              </a:rPr>
              <a:t>8090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6472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56450" y="2023745"/>
            <a:ext cx="4814570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000"/>
              <a:t>1,</a:t>
            </a:r>
            <a:r>
              <a:rPr lang="zh-CN" altLang="en-US" sz="1000"/>
              <a:t>智能添加，告别频繁操作</a:t>
            </a:r>
            <a:r>
              <a:rPr lang="en-US" altLang="zh-CN" sz="1000"/>
              <a:t>.</a:t>
            </a:r>
            <a:r>
              <a:rPr lang="zh-CN" altLang="en-US" sz="1000"/>
              <a:t>强大iSensoric智感系统，多元传感器的协同工作，实现精准投放洗涤液和柔顺剂，最低投放量低至1ml；一次添满洗涤液，即享受数十次无忧洗涤。告别频繁操作，尽享从容</a:t>
            </a:r>
            <a:r>
              <a:rPr lang="en-US" altLang="zh-CN" sz="1000"/>
              <a:t>.</a:t>
            </a:r>
            <a:endParaRPr lang="zh-CN" altLang="en-US" sz="1000"/>
          </a:p>
          <a:p>
            <a:pPr algn="l"/>
            <a:r>
              <a:rPr lang="en-US" sz="1000"/>
              <a:t>2,</a:t>
            </a:r>
            <a:r>
              <a:rPr lang="zh-CN" altLang="en-US" sz="1000"/>
              <a:t>创新超氧黑科技，除菌除螨除异味</a:t>
            </a:r>
            <a:endParaRPr lang="zh-CN" altLang="en-US" sz="1000"/>
          </a:p>
          <a:p>
            <a:pPr algn="l"/>
            <a:r>
              <a:rPr lang="zh-CN" altLang="en-US" sz="1000"/>
              <a:t>● 超氧空气洗，无需水洗，高效除味，低温护衣，唤醒织物活力，恢</a:t>
            </a:r>
            <a:endParaRPr lang="zh-CN" altLang="en-US" sz="1000"/>
          </a:p>
          <a:p>
            <a:pPr algn="l"/>
            <a:r>
              <a:rPr lang="zh-CN" altLang="en-US" sz="1000"/>
              <a:t>复蓬松触感。</a:t>
            </a:r>
            <a:endParaRPr lang="zh-CN" altLang="en-US" sz="1000"/>
          </a:p>
          <a:p>
            <a:pPr algn="l"/>
            <a:r>
              <a:rPr lang="zh-CN" altLang="en-US" sz="1000"/>
              <a:t>● 深层除螨：60°C热水高效除螨，除螨率高达100%。高水位高频冲</a:t>
            </a:r>
            <a:endParaRPr lang="zh-CN" altLang="en-US" sz="1000"/>
          </a:p>
          <a:p>
            <a:pPr algn="l"/>
            <a:r>
              <a:rPr lang="zh-CN" altLang="en-US" sz="1000"/>
              <a:t>洗，深度清理螨虫残骸并抑制螨虫再生。100%除螨更抑螨，安睡好</a:t>
            </a:r>
            <a:endParaRPr lang="zh-CN" altLang="en-US" sz="1000"/>
          </a:p>
          <a:p>
            <a:pPr algn="l"/>
            <a:r>
              <a:rPr lang="zh-CN" altLang="en-US" sz="1000"/>
              <a:t>眠每一晚。</a:t>
            </a:r>
            <a:endParaRPr lang="zh-CN" altLang="en-US" sz="1000"/>
          </a:p>
          <a:p>
            <a:pPr algn="l"/>
            <a:r>
              <a:rPr lang="zh-CN" altLang="en-US" sz="1000"/>
              <a:t>● 超氧水洗：在洗涤过程中采用60°C水温，有效去除99.99%的常见</a:t>
            </a:r>
            <a:endParaRPr lang="zh-CN" altLang="en-US" sz="1000"/>
          </a:p>
          <a:p>
            <a:pPr algn="l"/>
            <a:r>
              <a:rPr lang="zh-CN" altLang="en-US" sz="1000"/>
              <a:t>细菌。可与多个程序结合使用，洁净不止于表面，深层除菌更安</a:t>
            </a:r>
            <a:endParaRPr lang="zh-CN" altLang="en-US" sz="1000"/>
          </a:p>
          <a:p>
            <a:pPr algn="l"/>
            <a:r>
              <a:rPr lang="zh-CN" altLang="en-US" sz="1000"/>
              <a:t>心。</a:t>
            </a:r>
            <a:endParaRPr lang="zh-CN" altLang="en-US" sz="1000"/>
          </a:p>
          <a:p>
            <a:pPr algn="l"/>
            <a:r>
              <a:rPr lang="zh-CN" altLang="en-US" sz="1000"/>
              <a:t>● 深层洁筒：90°C高温，高水位冲刷双重清洁，高效去除内筒里的</a:t>
            </a:r>
            <a:endParaRPr lang="zh-CN" altLang="en-US" sz="1000"/>
          </a:p>
          <a:p>
            <a:pPr algn="l"/>
            <a:r>
              <a:rPr lang="zh-CN" altLang="en-US" sz="1000"/>
              <a:t>细菌、霉菌和污垢。强效洁净无死角，筒净衣才净。</a:t>
            </a:r>
            <a:endParaRPr lang="zh-CN" altLang="en-US" sz="1000"/>
          </a:p>
          <a:p>
            <a:pPr algn="l"/>
            <a:r>
              <a:rPr lang="en-US" altLang="zh-CN" sz="1000"/>
              <a:t>3,</a:t>
            </a:r>
            <a:r>
              <a:rPr lang="zh-CN" altLang="en-US" sz="1000"/>
              <a:t>10kg大容量，尽容所需</a:t>
            </a:r>
            <a:endParaRPr lang="zh-CN" altLang="en-US" sz="1000"/>
          </a:p>
          <a:p>
            <a:pPr algn="l"/>
            <a:r>
              <a:rPr lang="zh-CN" altLang="en-US" sz="1000"/>
              <a:t>● 内筒直径增加，充分满足多口之家或多日洗涤需求；</a:t>
            </a:r>
            <a:endParaRPr lang="zh-CN" altLang="en-US" sz="1000"/>
          </a:p>
          <a:p>
            <a:pPr algn="l"/>
            <a:r>
              <a:rPr lang="zh-CN" altLang="en-US" sz="1000"/>
              <a:t>●</a:t>
            </a:r>
            <a:endParaRPr lang="zh-CN" altLang="en-US" sz="1000"/>
          </a:p>
          <a:p>
            <a:pPr algn="l"/>
            <a:r>
              <a:rPr lang="en-US" altLang="zh-CN" sz="1000"/>
              <a:t>4,</a:t>
            </a:r>
            <a:r>
              <a:rPr lang="zh-CN" altLang="en-US" sz="1000"/>
              <a:t>多样化洗烘程序，洗烘随心，悦享生活</a:t>
            </a:r>
            <a:endParaRPr lang="zh-CN" altLang="en-US" sz="1000"/>
          </a:p>
          <a:p>
            <a:pPr algn="l"/>
            <a:r>
              <a:rPr lang="zh-CN" altLang="en-US" sz="1000"/>
              <a:t>● 快洗15：一次洗涤两次漂洗，满足春夏薄款衣服的洗涤需求；</a:t>
            </a:r>
            <a:endParaRPr lang="zh-CN" altLang="en-US" sz="1000"/>
          </a:p>
          <a:p>
            <a:pPr algn="l"/>
            <a:r>
              <a:rPr lang="zh-CN" altLang="en-US" sz="1000"/>
              <a:t>● 专业羊毛洗涤程序，舒展织物纤维，柔软呵护不变性，另羊毛织物</a:t>
            </a:r>
            <a:endParaRPr lang="zh-CN" altLang="en-US" sz="1000"/>
          </a:p>
          <a:p>
            <a:pPr algn="l"/>
            <a:r>
              <a:rPr lang="zh-CN" altLang="en-US" sz="1000"/>
              <a:t>再现如初柔软。</a:t>
            </a:r>
            <a:endParaRPr lang="zh-CN" altLang="en-US" sz="1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55" y="2472055"/>
            <a:ext cx="1962150" cy="22383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4188460"/>
            <a:ext cx="2231390" cy="21977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915" y="1067435"/>
            <a:ext cx="3747135" cy="22409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4434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干衣机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/>
              <a:t>WQ56C3C00W</a:t>
            </a:r>
            <a:endParaRPr lang="en-US" altLang="zh-CN"/>
          </a:p>
          <a:p>
            <a:pPr algn="l"/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 altLang="zh-CN">
                <a:sym typeface="+mn-ea"/>
              </a:rPr>
              <a:t>10290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8746.5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56450" y="2023745"/>
            <a:ext cx="4814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/>
              <a:t>1</a:t>
            </a:r>
            <a:r>
              <a:rPr lang="zh-CN" altLang="en-US" sz="1200"/>
              <a:t>，airCare空气护理科技，蓬松柔软胜于新</a:t>
            </a:r>
            <a:endParaRPr lang="zh-CN" altLang="en-US" sz="1200"/>
          </a:p>
          <a:p>
            <a:pPr algn="l"/>
            <a:r>
              <a:rPr lang="en-US" altLang="zh-CN" sz="1200"/>
              <a:t>2,</a:t>
            </a:r>
            <a:r>
              <a:rPr lang="zh-CN" altLang="en-US" sz="1200"/>
              <a:t>大件床品舒展烘，少缠绕少褶皱</a:t>
            </a:r>
            <a:endParaRPr lang="zh-CN" altLang="en-US" sz="1200"/>
          </a:p>
          <a:p>
            <a:pPr algn="l"/>
            <a:r>
              <a:rPr lang="en-US" altLang="zh-CN" sz="1200"/>
              <a:t>3,</a:t>
            </a:r>
            <a:r>
              <a:rPr lang="zh-CN" altLang="en-US" sz="1200"/>
              <a:t>蚕丝被柔护低温去湿，呵护蚕丝活性</a:t>
            </a:r>
            <a:endParaRPr lang="zh-CN" altLang="en-US" sz="1200"/>
          </a:p>
          <a:p>
            <a:pPr algn="l"/>
            <a:r>
              <a:rPr lang="en-US" altLang="zh-CN" sz="1200"/>
              <a:t>4,</a:t>
            </a:r>
            <a:r>
              <a:rPr lang="zh-CN" altLang="en-US" sz="1200"/>
              <a:t>专利自清洁恒净系统，机器高效如一</a:t>
            </a:r>
            <a:endParaRPr lang="zh-CN" altLang="en-US" sz="1200"/>
          </a:p>
          <a:p>
            <a:pPr algn="l"/>
            <a:r>
              <a:rPr lang="en-US" altLang="zh-CN" sz="1200"/>
              <a:t>5,</a:t>
            </a:r>
            <a:r>
              <a:rPr lang="zh-CN" altLang="en-US" sz="1200"/>
              <a:t>云感3D立体内筒，均匀烘干</a:t>
            </a:r>
            <a:endParaRPr lang="zh-CN" altLang="en-US" sz="1200"/>
          </a:p>
          <a:p>
            <a:pPr algn="l"/>
            <a:r>
              <a:rPr lang="en-US" altLang="zh-CN" sz="1200"/>
              <a:t>6,</a:t>
            </a:r>
            <a:r>
              <a:rPr lang="zh-CN" altLang="en-US" sz="1200"/>
              <a:t>精控烘干，衣干即停</a:t>
            </a:r>
            <a:endParaRPr lang="zh-CN" altLang="en-US" sz="1200"/>
          </a:p>
          <a:p>
            <a:pPr algn="l"/>
            <a:r>
              <a:rPr lang="en-US" altLang="zh-CN" sz="1200"/>
              <a:t>7,</a:t>
            </a:r>
            <a:r>
              <a:rPr lang="zh-CN" altLang="en-US" sz="1200"/>
              <a:t>超大风量，高效速烘</a:t>
            </a:r>
            <a:endParaRPr lang="zh-CN" altLang="en-US" sz="1200"/>
          </a:p>
          <a:p>
            <a:pPr algn="l"/>
            <a:r>
              <a:rPr lang="en-US" altLang="zh-CN" sz="1200"/>
              <a:t>8,</a:t>
            </a:r>
            <a:r>
              <a:rPr lang="zh-CN" altLang="en-US" sz="1200"/>
              <a:t>创新三段式正反转，科学设计少褶皱</a:t>
            </a:r>
            <a:endParaRPr lang="zh-CN" altLang="en-US" sz="1200"/>
          </a:p>
          <a:p>
            <a:pPr algn="l"/>
            <a:r>
              <a:rPr lang="en-US" altLang="zh-CN" sz="1200"/>
              <a:t>9,</a:t>
            </a:r>
            <a:r>
              <a:rPr lang="zh-CN" altLang="en-US" sz="1200"/>
              <a:t>锥形防缠绕棒，有效防止床品缠绕</a:t>
            </a:r>
            <a:endParaRPr lang="zh-CN" altLang="en-US" sz="1200"/>
          </a:p>
          <a:p>
            <a:pPr algn="l"/>
            <a:r>
              <a:rPr lang="en-US" altLang="zh-CN" sz="1200"/>
              <a:t>10,</a:t>
            </a:r>
            <a:r>
              <a:rPr lang="zh-CN" altLang="en-US" sz="1200"/>
              <a:t>洗烘联动更</a:t>
            </a:r>
            <a:r>
              <a:rPr lang="zh-CN" altLang="en-US" sz="1200"/>
              <a:t>智能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" y="2419985"/>
            <a:ext cx="1952625" cy="2247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3949065"/>
            <a:ext cx="2776220" cy="2578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590" y="1173480"/>
            <a:ext cx="3816985" cy="20269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358900" y="631825"/>
          <a:ext cx="9965690" cy="3475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605"/>
                <a:gridCol w="3296285"/>
                <a:gridCol w="753745"/>
                <a:gridCol w="1430655"/>
                <a:gridCol w="1422400"/>
              </a:tblGrid>
              <a:tr h="4279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品名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型号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活动价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国补</a:t>
                      </a:r>
                      <a:r>
                        <a:rPr lang="zh-CN" altLang="en-US" sz="1800">
                          <a:sym typeface="+mn-ea"/>
                        </a:rPr>
                        <a:t>价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烟机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LC78FC9C0W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5899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4719.2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灶具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/>
                        <a:t>ER88PR231MP</a:t>
                      </a:r>
                      <a:endParaRPr lang="en-US" altLang="zh-CN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3499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2799.2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西门子</a:t>
                      </a:r>
                      <a:r>
                        <a:rPr lang="zh-CN" altLang="en-US" sz="1800">
                          <a:sym typeface="+mn-ea"/>
                        </a:rPr>
                        <a:t>洗碗机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SJ63HX00MC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7490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5992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西门子蒸烤炸</a:t>
                      </a:r>
                      <a:r>
                        <a:rPr lang="zh-CN" altLang="en-US"/>
                        <a:t>一体机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CS0T5MAB2W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6490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5516.5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冰箱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KF82VA256C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14900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12900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洗衣机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WG54C5C00W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8090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6472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干衣机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WQ56C3C00W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10290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8746.5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235825" y="4316730"/>
            <a:ext cx="3321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国补价格合计：</a:t>
            </a:r>
            <a:r>
              <a:rPr lang="en-US" altLang="zh-CN"/>
              <a:t>47145.4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1.xml><?xml version="1.0" encoding="utf-8"?>
<p:tagLst xmlns:p="http://schemas.openxmlformats.org/presentationml/2006/main">
  <p:tag name="KSO_WM_UNIT_TABLE_BEAUTIFY" val="smartTable{1d87f613-ce0f-435f-864c-4d3d6685acf9}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3.xml><?xml version="1.0" encoding="utf-8"?>
<p:tagLst xmlns:p="http://schemas.openxmlformats.org/presentationml/2006/main">
  <p:tag name="COMMONDATA" val="eyJoZGlkIjoiN2ZlYzQ1NjFlNGFkMTQ3YjkxMTNjMDA0YTNiZmY4NTgifQ=="/>
  <p:tag name="KSO_WPP_MARK_KEY" val="0c467efa-b513-433c-b63a-67deeb2e8dc1"/>
  <p:tag name="commondata" val="eyJoZGlkIjoiZWJkNjAwZTFlMTliYjIyOTM2NGFlMjZhYWExMDkxNzk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1634</Words>
  <Application>WPS 演示</Application>
  <PresentationFormat>宽屏</PresentationFormat>
  <Paragraphs>214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儷宋 Pro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春来</cp:lastModifiedBy>
  <cp:revision>214</cp:revision>
  <dcterms:created xsi:type="dcterms:W3CDTF">2025-01-16T04:03:11Z</dcterms:created>
  <dcterms:modified xsi:type="dcterms:W3CDTF">2025-01-16T04:03:11Z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0274C152CE1BC65FC77F8867FEEF9ACB_43</vt:lpwstr>
  </property>
</Properties>
</file>